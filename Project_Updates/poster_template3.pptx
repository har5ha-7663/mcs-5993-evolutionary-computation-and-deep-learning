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3891200" cy="32918400"/>
  <p:notesSz cx="7315200" cy="9601200"/>
  <p:defaultTextStyle>
    <a:defPPr marR="0" algn="l" rtl="0">
      <a:lnSpc>
        <a:spcPct val="100000"/>
      </a:lnSpc>
      <a:spcBef>
        <a:spcPts val="0"/>
      </a:spcBef>
      <a:spcAft>
        <a:spcPts val="0"/>
      </a:spcAft>
    </a:defPPr>
    <a:lvl1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1pPr>
    <a:lvl2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2pPr>
    <a:lvl3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3pPr>
    <a:lvl4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4pPr>
    <a:lvl5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5pPr>
    <a:lvl6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6pPr>
    <a:lvl7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7pPr>
    <a:lvl8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8pPr>
    <a:lvl9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FAB"/>
    <a:srgbClr val="005A92"/>
    <a:srgbClr val="3F74B6"/>
    <a:srgbClr val="1AE61F"/>
    <a:srgbClr val="0079C2"/>
    <a:srgbClr val="11A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6667" autoAdjust="0"/>
  </p:normalViewPr>
  <p:slideViewPr>
    <p:cSldViewPr>
      <p:cViewPr varScale="1">
        <p:scale>
          <a:sx n="22" d="100"/>
          <a:sy n="22" d="100"/>
        </p:scale>
        <p:origin x="1614" y="72"/>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257300" y="720725"/>
            <a:ext cx="4800600" cy="36004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 name="Shape 3"/>
          <p:cNvSpPr txBox="1">
            <a:spLocks noGrp="1"/>
          </p:cNvSpPr>
          <p:nvPr>
            <p:ph type="body" idx="1"/>
          </p:nvPr>
        </p:nvSpPr>
        <p:spPr>
          <a:xfrm>
            <a:off x="731500" y="4560550"/>
            <a:ext cx="5852149" cy="4320525"/>
          </a:xfrm>
          <a:prstGeom prst="rect">
            <a:avLst/>
          </a:prstGeom>
        </p:spPr>
        <p:txBody>
          <a:bodyPr lIns="91425" tIns="91425" rIns="91425" bIns="91425" anchor="t" anchorCtr="0"/>
          <a:lstStyle>
            <a:lvl1pPr>
              <a:defRPr sz="1100">
                <a:uFillTx/>
              </a:defRPr>
            </a:lvl1pPr>
            <a:lvl2pPr>
              <a:defRPr sz="1100">
                <a:uFillTx/>
              </a:defRPr>
            </a:lvl2pPr>
            <a:lvl3pPr>
              <a:defRPr sz="1100">
                <a:uFillTx/>
              </a:defRPr>
            </a:lvl3pPr>
            <a:lvl4pPr>
              <a:defRPr sz="1100">
                <a:uFillTx/>
              </a:defRPr>
            </a:lvl4pPr>
            <a:lvl5pPr>
              <a:defRPr sz="1100">
                <a:uFillTx/>
              </a:defRPr>
            </a:lvl5pPr>
            <a:lvl6pPr>
              <a:defRPr sz="1100">
                <a:uFillTx/>
              </a:defRPr>
            </a:lvl6pPr>
            <a:lvl7pPr>
              <a:defRPr sz="1100">
                <a:uFillTx/>
              </a:defRPr>
            </a:lvl7pPr>
            <a:lvl8pPr>
              <a:defRPr sz="1100">
                <a:uFillTx/>
              </a:defRPr>
            </a:lvl8pPr>
            <a:lvl9pPr>
              <a:defRPr sz="1100">
                <a:uFillTx/>
              </a:defRPr>
            </a:lvl9pPr>
          </a:lstStyle>
          <a:p>
            <a:endParaRPr>
              <a:uFillTx/>
            </a:endParaRPr>
          </a:p>
        </p:txBody>
      </p:sp>
    </p:spTree>
  </p:cSld>
  <p:clrMap bg1="lt1" tx1="dk1" bg2="dk2" tx2="lt2" accent1="accent1" accent2="accent2" accent3="accent3" accent4="accent4" accent5="accent5" accent6="accent6" hlink="hlink" folHlink="folHlink"/>
  <p:notesStyle>
    <a:lvl1pPr marL="0" algn="l" defTabSz="1828800" rtl="0" eaLnBrk="1" latinLnBrk="0" hangingPunct="1">
      <a:defRPr sz="2400" kern="1200">
        <a:solidFill>
          <a:schemeClr val="tx1"/>
        </a:solidFill>
        <a:uFillTx/>
        <a:latin typeface="+mn-lt"/>
        <a:ea typeface="+mn-ea"/>
        <a:cs typeface="+mn-cs"/>
      </a:defRPr>
    </a:lvl1pPr>
    <a:lvl2pPr marL="914400" algn="l" defTabSz="1828800" rtl="0" eaLnBrk="1" latinLnBrk="0" hangingPunct="1">
      <a:defRPr sz="2400" kern="1200">
        <a:solidFill>
          <a:schemeClr val="tx1"/>
        </a:solidFill>
        <a:uFillTx/>
        <a:latin typeface="+mn-lt"/>
        <a:ea typeface="+mn-ea"/>
        <a:cs typeface="+mn-cs"/>
      </a:defRPr>
    </a:lvl2pPr>
    <a:lvl3pPr marL="1828800" algn="l" defTabSz="1828800" rtl="0" eaLnBrk="1" latinLnBrk="0" hangingPunct="1">
      <a:defRPr sz="2400" kern="1200">
        <a:solidFill>
          <a:schemeClr val="tx1"/>
        </a:solidFill>
        <a:uFillTx/>
        <a:latin typeface="+mn-lt"/>
        <a:ea typeface="+mn-ea"/>
        <a:cs typeface="+mn-cs"/>
      </a:defRPr>
    </a:lvl3pPr>
    <a:lvl4pPr marL="2743200" algn="l" defTabSz="1828800" rtl="0" eaLnBrk="1" latinLnBrk="0" hangingPunct="1">
      <a:defRPr sz="2400" kern="1200">
        <a:solidFill>
          <a:schemeClr val="tx1"/>
        </a:solidFill>
        <a:uFillTx/>
        <a:latin typeface="+mn-lt"/>
        <a:ea typeface="+mn-ea"/>
        <a:cs typeface="+mn-cs"/>
      </a:defRPr>
    </a:lvl4pPr>
    <a:lvl5pPr marL="3657600" algn="l" defTabSz="1828800" rtl="0" eaLnBrk="1" latinLnBrk="0" hangingPunct="1">
      <a:defRPr sz="2400" kern="1200">
        <a:solidFill>
          <a:schemeClr val="tx1"/>
        </a:solidFill>
        <a:uFillTx/>
        <a:latin typeface="+mn-lt"/>
        <a:ea typeface="+mn-ea"/>
        <a:cs typeface="+mn-cs"/>
      </a:defRPr>
    </a:lvl5pPr>
    <a:lvl6pPr marL="4572000" algn="l" defTabSz="1828800" rtl="0" eaLnBrk="1" latinLnBrk="0" hangingPunct="1">
      <a:defRPr sz="2400" kern="1200">
        <a:solidFill>
          <a:schemeClr val="tx1"/>
        </a:solidFill>
        <a:uFillTx/>
        <a:latin typeface="+mn-lt"/>
        <a:ea typeface="+mn-ea"/>
        <a:cs typeface="+mn-cs"/>
      </a:defRPr>
    </a:lvl6pPr>
    <a:lvl7pPr marL="5486400" algn="l" defTabSz="1828800" rtl="0" eaLnBrk="1" latinLnBrk="0" hangingPunct="1">
      <a:defRPr sz="2400" kern="1200">
        <a:solidFill>
          <a:schemeClr val="tx1"/>
        </a:solidFill>
        <a:uFillTx/>
        <a:latin typeface="+mn-lt"/>
        <a:ea typeface="+mn-ea"/>
        <a:cs typeface="+mn-cs"/>
      </a:defRPr>
    </a:lvl7pPr>
    <a:lvl8pPr marL="6400800" algn="l" defTabSz="1828800" rtl="0" eaLnBrk="1" latinLnBrk="0" hangingPunct="1">
      <a:defRPr sz="2400" kern="1200">
        <a:solidFill>
          <a:schemeClr val="tx1"/>
        </a:solidFill>
        <a:uFillTx/>
        <a:latin typeface="+mn-lt"/>
        <a:ea typeface="+mn-ea"/>
        <a:cs typeface="+mn-cs"/>
      </a:defRPr>
    </a:lvl8pPr>
    <a:lvl9pPr marL="7315200" algn="l" defTabSz="1828800" rtl="0" eaLnBrk="1" latinLnBrk="0" hangingPunct="1">
      <a:defRPr sz="2400" kern="1200">
        <a:solidFill>
          <a:schemeClr val="tx1"/>
        </a:solidFill>
        <a:uFillTx/>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Shape 113"/>
          <p:cNvSpPr txBox="1">
            <a:spLocks noGrp="1"/>
          </p:cNvSpPr>
          <p:nvPr>
            <p:ph type="body" idx="1"/>
          </p:nvPr>
        </p:nvSpPr>
        <p:spPr>
          <a:xfrm>
            <a:off x="731500" y="4560550"/>
            <a:ext cx="5852149" cy="4320525"/>
          </a:xfrm>
          <a:prstGeom prst="rect">
            <a:avLst/>
          </a:prstGeom>
        </p:spPr>
        <p:txBody>
          <a:bodyPr lIns="91425" tIns="91425" rIns="91425" bIns="91425" anchor="ctr" anchorCtr="0">
            <a:noAutofit/>
          </a:bodyPr>
          <a:lstStyle/>
          <a:p>
            <a:endParaRPr dirty="0">
              <a:uFillTx/>
            </a:endParaRPr>
          </a:p>
        </p:txBody>
      </p:sp>
      <p:sp>
        <p:nvSpPr>
          <p:cNvPr id="114" name="Shape 114"/>
          <p:cNvSpPr>
            <a:spLocks noGrp="1" noRot="1" noChangeAspect="1"/>
          </p:cNvSpPr>
          <p:nvPr>
            <p:ph type="sldImg" idx="2"/>
          </p:nvPr>
        </p:nvSpPr>
        <p:spPr>
          <a:xfrm>
            <a:off x="1257300" y="720725"/>
            <a:ext cx="4800600" cy="360045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10"/>
        <p:cNvGrpSpPr/>
        <p:nvPr/>
      </p:nvGrpSpPr>
      <p:grpSpPr>
        <a:xfrm>
          <a:off x="0" y="0"/>
          <a:ext cx="0" cy="0"/>
          <a:chOff x="0" y="0"/>
          <a:chExt cx="0" cy="0"/>
        </a:xfrm>
      </p:grpSpPr>
      <p:sp>
        <p:nvSpPr>
          <p:cNvPr id="11" name="Shape 11"/>
          <p:cNvSpPr txBox="1">
            <a:spLocks noGrp="1"/>
          </p:cNvSpPr>
          <p:nvPr>
            <p:ph type="ctrTitle"/>
          </p:nvPr>
        </p:nvSpPr>
        <p:spPr>
          <a:xfrm>
            <a:off x="3292476" y="10226674"/>
            <a:ext cx="37306248" cy="7054848"/>
          </a:xfrm>
          <a:prstGeom prst="rect">
            <a:avLst/>
          </a:prstGeom>
          <a:noFill/>
          <a:ln>
            <a:noFill/>
          </a:ln>
        </p:spPr>
        <p:txBody>
          <a:bodyPr lIns="182850" tIns="182850" rIns="182850" bIns="182850" anchor="ctr" anchorCtr="0"/>
          <a:lstStyle>
            <a:lvl1pPr marL="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1pPr>
            <a:lvl2pPr marL="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2pPr>
            <a:lvl3pPr marL="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3pPr>
            <a:lvl4pPr marL="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4pPr>
            <a:lvl5pPr marL="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5pPr>
            <a:lvl6pPr marL="91440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6pPr>
            <a:lvl7pPr marL="182880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7pPr>
            <a:lvl8pPr marL="274320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8pPr>
            <a:lvl9pPr marL="3657600" marR="0" indent="0" algn="ctr" rtl="0">
              <a:spcBef>
                <a:spcPts val="0"/>
              </a:spcBef>
              <a:spcAft>
                <a:spcPts val="0"/>
              </a:spcAft>
              <a:defRPr sz="27200" b="0" i="0" u="none" strike="noStrike" cap="none" baseline="0">
                <a:solidFill>
                  <a:schemeClr val="dk2"/>
                </a:solidFill>
                <a:uFillTx/>
                <a:latin typeface="Arial"/>
                <a:ea typeface="Arial"/>
                <a:cs typeface="Arial"/>
                <a:sym typeface="Arial"/>
              </a:defRPr>
            </a:lvl9pPr>
          </a:lstStyle>
          <a:p>
            <a:endParaRPr>
              <a:uFillTx/>
            </a:endParaRPr>
          </a:p>
        </p:txBody>
      </p:sp>
      <p:sp>
        <p:nvSpPr>
          <p:cNvPr id="12" name="Shape 12"/>
          <p:cNvSpPr txBox="1">
            <a:spLocks noGrp="1"/>
          </p:cNvSpPr>
          <p:nvPr>
            <p:ph type="subTitle" idx="1"/>
          </p:nvPr>
        </p:nvSpPr>
        <p:spPr>
          <a:xfrm>
            <a:off x="6584950" y="18653126"/>
            <a:ext cx="30721300" cy="8413748"/>
          </a:xfrm>
          <a:prstGeom prst="rect">
            <a:avLst/>
          </a:prstGeom>
          <a:noFill/>
          <a:ln>
            <a:noFill/>
          </a:ln>
        </p:spPr>
        <p:txBody>
          <a:bodyPr lIns="182850" tIns="182850" rIns="182850" bIns="182850" anchor="t" anchorCtr="0"/>
          <a:lstStyle>
            <a:lvl1pPr marL="0" marR="0" indent="0" algn="ctr" rtl="0">
              <a:spcBef>
                <a:spcPts val="3960"/>
              </a:spcBef>
              <a:spcAft>
                <a:spcPts val="0"/>
              </a:spcAft>
              <a:buClr>
                <a:schemeClr val="dk1"/>
              </a:buClr>
              <a:buFont typeface="Arial"/>
              <a:buNone/>
              <a:defRPr sz="19800" b="0" i="0" u="none" strike="noStrike" cap="none" baseline="0">
                <a:solidFill>
                  <a:schemeClr val="dk1"/>
                </a:solidFill>
                <a:uFillTx/>
                <a:latin typeface="Arial"/>
                <a:ea typeface="Arial"/>
                <a:cs typeface="Arial"/>
                <a:sym typeface="Arial"/>
              </a:defRPr>
            </a:lvl1pPr>
            <a:lvl2pPr marL="914400" marR="0" indent="0" algn="ctr" rtl="0">
              <a:spcBef>
                <a:spcPts val="3440"/>
              </a:spcBef>
              <a:spcAft>
                <a:spcPts val="0"/>
              </a:spcAft>
              <a:buClr>
                <a:schemeClr val="dk1"/>
              </a:buClr>
              <a:buFont typeface="Arial"/>
              <a:buNone/>
              <a:defRPr sz="17200" b="0" i="0" u="none" strike="noStrike" cap="none" baseline="0">
                <a:solidFill>
                  <a:schemeClr val="dk1"/>
                </a:solidFill>
                <a:uFillTx/>
                <a:latin typeface="Arial"/>
                <a:ea typeface="Arial"/>
                <a:cs typeface="Arial"/>
                <a:sym typeface="Arial"/>
              </a:defRPr>
            </a:lvl2pPr>
            <a:lvl3pPr marL="1828800" marR="0" indent="0" algn="ctr" rtl="0">
              <a:spcBef>
                <a:spcPts val="2960"/>
              </a:spcBef>
              <a:spcAft>
                <a:spcPts val="0"/>
              </a:spcAft>
              <a:buClr>
                <a:schemeClr val="dk1"/>
              </a:buClr>
              <a:buFont typeface="Arial"/>
              <a:buNone/>
              <a:defRPr sz="14800" b="0" i="0" u="none" strike="noStrike" cap="none" baseline="0">
                <a:solidFill>
                  <a:schemeClr val="dk1"/>
                </a:solidFill>
                <a:uFillTx/>
                <a:latin typeface="Arial"/>
                <a:ea typeface="Arial"/>
                <a:cs typeface="Arial"/>
                <a:sym typeface="Arial"/>
              </a:defRPr>
            </a:lvl3pPr>
            <a:lvl4pPr marL="27432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4pPr>
            <a:lvl5pPr marL="36576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5pPr>
            <a:lvl6pPr marL="45720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6pPr>
            <a:lvl7pPr marL="54864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7pPr>
            <a:lvl8pPr marL="64008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8pPr>
            <a:lvl9pPr marL="7315200" marR="0" indent="0" algn="ctr" rtl="0">
              <a:spcBef>
                <a:spcPts val="2480"/>
              </a:spcBef>
              <a:spcAft>
                <a:spcPts val="0"/>
              </a:spcAft>
              <a:buClr>
                <a:schemeClr val="dk1"/>
              </a:buClr>
              <a:buFont typeface="Arial"/>
              <a:buNone/>
              <a:defRPr sz="12400" b="0" i="0" u="none" strike="noStrike" cap="none" baseline="0">
                <a:solidFill>
                  <a:schemeClr val="dk1"/>
                </a:solidFill>
                <a:uFillTx/>
                <a:latin typeface="Arial"/>
                <a:ea typeface="Arial"/>
                <a:cs typeface="Arial"/>
                <a:sym typeface="Arial"/>
              </a:defRPr>
            </a:lvl9pPr>
          </a:lstStyle>
          <a:p>
            <a:endParaRPr>
              <a:uFillTx/>
            </a:endParaRPr>
          </a:p>
        </p:txBody>
      </p:sp>
      <p:sp>
        <p:nvSpPr>
          <p:cNvPr id="13" name="Shape 13"/>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14" name="Shape 14"/>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15" name="Shape 15"/>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algn="ctr" rtl="0">
              <a:spcBef>
                <a:spcPts val="0"/>
              </a:spcBef>
              <a:spcAft>
                <a:spcPts val="0"/>
              </a:spcAft>
              <a:defRPr sz="27200">
                <a:solidFill>
                  <a:schemeClr val="dk2"/>
                </a:solidFill>
                <a:uFillTx/>
                <a:latin typeface="Arial"/>
                <a:ea typeface="Arial"/>
                <a:cs typeface="Arial"/>
                <a:sym typeface="Arial"/>
              </a:defRPr>
            </a:lvl1pPr>
            <a:lvl2pPr algn="ctr" rtl="0">
              <a:spcBef>
                <a:spcPts val="0"/>
              </a:spcBef>
              <a:spcAft>
                <a:spcPts val="0"/>
              </a:spcAft>
              <a:defRPr sz="27200">
                <a:solidFill>
                  <a:schemeClr val="dk2"/>
                </a:solidFill>
                <a:uFillTx/>
                <a:latin typeface="Arial"/>
                <a:ea typeface="Arial"/>
                <a:cs typeface="Arial"/>
                <a:sym typeface="Arial"/>
              </a:defRPr>
            </a:lvl2pPr>
            <a:lvl3pPr algn="ctr" rtl="0">
              <a:spcBef>
                <a:spcPts val="0"/>
              </a:spcBef>
              <a:spcAft>
                <a:spcPts val="0"/>
              </a:spcAft>
              <a:defRPr sz="27200">
                <a:solidFill>
                  <a:schemeClr val="dk2"/>
                </a:solidFill>
                <a:uFillTx/>
                <a:latin typeface="Arial"/>
                <a:ea typeface="Arial"/>
                <a:cs typeface="Arial"/>
                <a:sym typeface="Arial"/>
              </a:defRPr>
            </a:lvl3pPr>
            <a:lvl4pPr algn="ctr" rtl="0">
              <a:spcBef>
                <a:spcPts val="0"/>
              </a:spcBef>
              <a:spcAft>
                <a:spcPts val="0"/>
              </a:spcAft>
              <a:defRPr sz="27200">
                <a:solidFill>
                  <a:schemeClr val="dk2"/>
                </a:solidFill>
                <a:uFillTx/>
                <a:latin typeface="Arial"/>
                <a:ea typeface="Arial"/>
                <a:cs typeface="Arial"/>
                <a:sym typeface="Arial"/>
              </a:defRPr>
            </a:lvl4pPr>
            <a:lvl5pPr algn="ctr" rtl="0">
              <a:spcBef>
                <a:spcPts val="0"/>
              </a:spcBef>
              <a:spcAft>
                <a:spcPts val="0"/>
              </a:spcAft>
              <a:defRPr sz="27200">
                <a:solidFill>
                  <a:schemeClr val="dk2"/>
                </a:solidFill>
                <a:uFillTx/>
                <a:latin typeface="Arial"/>
                <a:ea typeface="Arial"/>
                <a:cs typeface="Arial"/>
                <a:sym typeface="Arial"/>
              </a:defRPr>
            </a:lvl5pPr>
            <a:lvl6pPr marL="914400" algn="ctr" rtl="0">
              <a:spcBef>
                <a:spcPts val="0"/>
              </a:spcBef>
              <a:spcAft>
                <a:spcPts val="0"/>
              </a:spcAft>
              <a:defRPr sz="27200">
                <a:solidFill>
                  <a:schemeClr val="dk2"/>
                </a:solidFill>
                <a:uFillTx/>
                <a:latin typeface="Arial"/>
                <a:ea typeface="Arial"/>
                <a:cs typeface="Arial"/>
                <a:sym typeface="Arial"/>
              </a:defRPr>
            </a:lvl6pPr>
            <a:lvl7pPr marL="1828800" algn="ctr" rtl="0">
              <a:spcBef>
                <a:spcPts val="0"/>
              </a:spcBef>
              <a:spcAft>
                <a:spcPts val="0"/>
              </a:spcAft>
              <a:defRPr sz="27200">
                <a:solidFill>
                  <a:schemeClr val="dk2"/>
                </a:solidFill>
                <a:uFillTx/>
                <a:latin typeface="Arial"/>
                <a:ea typeface="Arial"/>
                <a:cs typeface="Arial"/>
                <a:sym typeface="Arial"/>
              </a:defRPr>
            </a:lvl7pPr>
            <a:lvl8pPr marL="2743200" algn="ctr" rtl="0">
              <a:spcBef>
                <a:spcPts val="0"/>
              </a:spcBef>
              <a:spcAft>
                <a:spcPts val="0"/>
              </a:spcAft>
              <a:defRPr sz="27200">
                <a:solidFill>
                  <a:schemeClr val="dk2"/>
                </a:solidFill>
                <a:uFillTx/>
                <a:latin typeface="Arial"/>
                <a:ea typeface="Arial"/>
                <a:cs typeface="Arial"/>
                <a:sym typeface="Arial"/>
              </a:defRPr>
            </a:lvl8pPr>
            <a:lvl9pPr marL="3657600" algn="ctr" rtl="0">
              <a:spcBef>
                <a:spcPts val="0"/>
              </a:spcBef>
              <a:spcAft>
                <a:spcPts val="0"/>
              </a:spcAft>
              <a:defRPr sz="27200">
                <a:solidFill>
                  <a:schemeClr val="dk2"/>
                </a:solidFill>
                <a:uFillTx/>
                <a:latin typeface="Arial"/>
                <a:ea typeface="Arial"/>
                <a:cs typeface="Arial"/>
                <a:sym typeface="Arial"/>
              </a:defRPr>
            </a:lvl9pPr>
          </a:lstStyle>
          <a:p>
            <a:endParaRPr>
              <a:uFillTx/>
            </a:endParaRPr>
          </a:p>
        </p:txBody>
      </p:sp>
      <p:sp>
        <p:nvSpPr>
          <p:cNvPr id="18" name="Shape 18"/>
          <p:cNvSpPr txBox="1">
            <a:spLocks noGrp="1"/>
          </p:cNvSpPr>
          <p:nvPr>
            <p:ph type="body" idx="1"/>
          </p:nvPr>
        </p:nvSpPr>
        <p:spPr>
          <a:xfrm>
            <a:off x="2193925" y="7680325"/>
            <a:ext cx="39503350" cy="21726522"/>
          </a:xfrm>
          <a:prstGeom prst="rect">
            <a:avLst/>
          </a:prstGeom>
          <a:noFill/>
          <a:ln>
            <a:noFill/>
          </a:ln>
        </p:spPr>
        <p:txBody>
          <a:bodyPr lIns="182850" tIns="182850" rIns="182850" bIns="182850" anchor="t" anchorCtr="0"/>
          <a:lstStyle>
            <a:lvl1pPr marL="2117726" indent="-1362076" algn="l" rtl="0">
              <a:spcBef>
                <a:spcPts val="3960"/>
              </a:spcBef>
              <a:spcAft>
                <a:spcPts val="0"/>
              </a:spcAft>
              <a:buClr>
                <a:schemeClr val="dk1"/>
              </a:buClr>
              <a:buFont typeface="Arial"/>
              <a:buChar char="•"/>
              <a:defRPr sz="19800">
                <a:solidFill>
                  <a:schemeClr val="dk1"/>
                </a:solidFill>
                <a:uFillTx/>
                <a:latin typeface="Arial"/>
                <a:ea typeface="Arial"/>
                <a:cs typeface="Arial"/>
                <a:sym typeface="Arial"/>
              </a:defRPr>
            </a:lvl1pPr>
            <a:lvl2pPr marL="4584700" indent="-1111250" algn="l" rtl="0">
              <a:spcBef>
                <a:spcPts val="3440"/>
              </a:spcBef>
              <a:spcAft>
                <a:spcPts val="0"/>
              </a:spcAft>
              <a:buClr>
                <a:schemeClr val="dk1"/>
              </a:buClr>
              <a:buFont typeface="Arial"/>
              <a:buChar char="•"/>
              <a:defRPr sz="17200">
                <a:solidFill>
                  <a:schemeClr val="dk1"/>
                </a:solidFill>
                <a:uFillTx/>
                <a:latin typeface="Arial"/>
                <a:ea typeface="Arial"/>
                <a:cs typeface="Arial"/>
                <a:sym typeface="Arial"/>
              </a:defRPr>
            </a:lvl2pPr>
            <a:lvl3pPr marL="7054850" indent="-850900" algn="l" rtl="0">
              <a:spcBef>
                <a:spcPts val="2960"/>
              </a:spcBef>
              <a:spcAft>
                <a:spcPts val="0"/>
              </a:spcAft>
              <a:buClr>
                <a:schemeClr val="dk1"/>
              </a:buClr>
              <a:buFont typeface="Arial"/>
              <a:buChar char="•"/>
              <a:defRPr sz="14800">
                <a:solidFill>
                  <a:schemeClr val="dk1"/>
                </a:solidFill>
                <a:uFillTx/>
                <a:latin typeface="Arial"/>
                <a:ea typeface="Arial"/>
                <a:cs typeface="Arial"/>
                <a:sym typeface="Arial"/>
              </a:defRPr>
            </a:lvl3pPr>
            <a:lvl4pPr marL="9874250" indent="-946150"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4pPr>
            <a:lvl5pPr marL="12696826" indent="-949324"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5pPr>
            <a:lvl6pPr marL="136112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6pPr>
            <a:lvl7pPr marL="145256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7pPr>
            <a:lvl8pPr marL="154400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8pPr>
            <a:lvl9pPr marL="163544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9pPr>
          </a:lstStyle>
          <a:p>
            <a:endParaRPr>
              <a:uFillTx/>
            </a:endParaRPr>
          </a:p>
        </p:txBody>
      </p:sp>
      <p:sp>
        <p:nvSpPr>
          <p:cNvPr id="19" name="Shape 19"/>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20" name="Shape 20"/>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21" name="Shape 21"/>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Head">
    <p:spTree>
      <p:nvGrpSpPr>
        <p:cNvPr id="1" name="Shape 22"/>
        <p:cNvGrpSpPr/>
        <p:nvPr/>
      </p:nvGrpSpPr>
      <p:grpSpPr>
        <a:xfrm>
          <a:off x="0" y="0"/>
          <a:ext cx="0" cy="0"/>
          <a:chOff x="0" y="0"/>
          <a:chExt cx="0" cy="0"/>
        </a:xfrm>
      </p:grpSpPr>
      <p:sp>
        <p:nvSpPr>
          <p:cNvPr id="23" name="Shape 23"/>
          <p:cNvSpPr txBox="1">
            <a:spLocks noGrp="1"/>
          </p:cNvSpPr>
          <p:nvPr>
            <p:ph type="title"/>
          </p:nvPr>
        </p:nvSpPr>
        <p:spPr>
          <a:xfrm>
            <a:off x="3467100" y="21151850"/>
            <a:ext cx="37306248" cy="6540500"/>
          </a:xfrm>
          <a:prstGeom prst="rect">
            <a:avLst/>
          </a:prstGeom>
          <a:noFill/>
          <a:ln>
            <a:noFill/>
          </a:ln>
        </p:spPr>
        <p:txBody>
          <a:bodyPr lIns="182850" tIns="182850" rIns="182850" bIns="182850" anchor="t" anchorCtr="0"/>
          <a:lstStyle>
            <a:lvl1pPr algn="l" rtl="0">
              <a:defRPr sz="8000" b="1" cap="small">
                <a:uFillTx/>
              </a:defRPr>
            </a:lvl1pPr>
            <a:lvl2pPr rtl="0">
              <a:defRPr>
                <a:uFillTx/>
              </a:defRPr>
            </a:lvl2pPr>
            <a:lvl3pPr rtl="0">
              <a:defRPr>
                <a:uFillTx/>
              </a:defRPr>
            </a:lvl3pPr>
            <a:lvl4pPr rtl="0">
              <a:defRPr>
                <a:uFillTx/>
              </a:defRPr>
            </a:lvl4pPr>
            <a:lvl5pPr rtl="0">
              <a:defRPr>
                <a:uFillTx/>
              </a:defRPr>
            </a:lvl5pPr>
            <a:lvl6pPr rtl="0">
              <a:defRPr>
                <a:uFillTx/>
              </a:defRPr>
            </a:lvl6pPr>
            <a:lvl7pPr rtl="0">
              <a:defRPr>
                <a:uFillTx/>
              </a:defRPr>
            </a:lvl7pPr>
            <a:lvl8pPr rtl="0">
              <a:defRPr>
                <a:uFillTx/>
              </a:defRPr>
            </a:lvl8pPr>
            <a:lvl9pPr rtl="0">
              <a:defRPr>
                <a:uFillTx/>
              </a:defRPr>
            </a:lvl9pPr>
          </a:lstStyle>
          <a:p>
            <a:endParaRPr>
              <a:uFillTx/>
            </a:endParaRPr>
          </a:p>
        </p:txBody>
      </p:sp>
      <p:sp>
        <p:nvSpPr>
          <p:cNvPr id="24" name="Shape 24"/>
          <p:cNvSpPr txBox="1">
            <a:spLocks noGrp="1"/>
          </p:cNvSpPr>
          <p:nvPr>
            <p:ph type="body" idx="1"/>
          </p:nvPr>
        </p:nvSpPr>
        <p:spPr>
          <a:xfrm>
            <a:off x="3467100" y="13950950"/>
            <a:ext cx="37306248" cy="7200900"/>
          </a:xfrm>
          <a:prstGeom prst="rect">
            <a:avLst/>
          </a:prstGeom>
          <a:noFill/>
          <a:ln>
            <a:noFill/>
          </a:ln>
        </p:spPr>
        <p:txBody>
          <a:bodyPr lIns="182850" tIns="182850" rIns="182850" bIns="182850" anchor="b" anchorCtr="0"/>
          <a:lstStyle>
            <a:lvl1pPr marL="0" indent="0" rtl="0">
              <a:buFont typeface="Arial"/>
              <a:buNone/>
              <a:defRPr sz="4000">
                <a:uFillTx/>
              </a:defRPr>
            </a:lvl1pPr>
            <a:lvl2pPr marL="914400" indent="0" rtl="0">
              <a:buFont typeface="Arial"/>
              <a:buNone/>
              <a:defRPr sz="3600">
                <a:uFillTx/>
              </a:defRPr>
            </a:lvl2pPr>
            <a:lvl3pPr marL="1828800" indent="0" rtl="0">
              <a:buFont typeface="Arial"/>
              <a:buNone/>
              <a:defRPr sz="3200">
                <a:uFillTx/>
              </a:defRPr>
            </a:lvl3pPr>
            <a:lvl4pPr marL="2743200" indent="0" rtl="0">
              <a:buFont typeface="Arial"/>
              <a:buNone/>
              <a:defRPr sz="2800">
                <a:uFillTx/>
              </a:defRPr>
            </a:lvl4pPr>
            <a:lvl5pPr marL="3657600" indent="0" rtl="0">
              <a:buFont typeface="Arial"/>
              <a:buNone/>
              <a:defRPr sz="2800">
                <a:uFillTx/>
              </a:defRPr>
            </a:lvl5pPr>
            <a:lvl6pPr marL="4572000" indent="0" rtl="0">
              <a:buFont typeface="Arial"/>
              <a:buNone/>
              <a:defRPr sz="2800">
                <a:uFillTx/>
              </a:defRPr>
            </a:lvl6pPr>
            <a:lvl7pPr marL="5486400" indent="0" rtl="0">
              <a:buFont typeface="Arial"/>
              <a:buNone/>
              <a:defRPr sz="2800">
                <a:uFillTx/>
              </a:defRPr>
            </a:lvl7pPr>
            <a:lvl8pPr marL="6400800" indent="0" rtl="0">
              <a:buFont typeface="Arial"/>
              <a:buNone/>
              <a:defRPr sz="2800">
                <a:uFillTx/>
              </a:defRPr>
            </a:lvl8pPr>
            <a:lvl9pPr marL="7315200" indent="0" rtl="0">
              <a:buFont typeface="Arial"/>
              <a:buNone/>
              <a:defRPr sz="2800">
                <a:uFillTx/>
              </a:defRPr>
            </a:lvl9pPr>
          </a:lstStyle>
          <a:p>
            <a:endParaRPr>
              <a:uFillTx/>
            </a:endParaRPr>
          </a:p>
        </p:txBody>
      </p:sp>
      <p:sp>
        <p:nvSpPr>
          <p:cNvPr id="25" name="Shape 25"/>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26" name="Shape 26"/>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27" name="Shape 27"/>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Obj">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algn="ctr" rtl="0">
              <a:spcBef>
                <a:spcPts val="0"/>
              </a:spcBef>
              <a:spcAft>
                <a:spcPts val="0"/>
              </a:spcAft>
              <a:defRPr sz="27200">
                <a:solidFill>
                  <a:schemeClr val="dk2"/>
                </a:solidFill>
                <a:uFillTx/>
                <a:latin typeface="Arial"/>
                <a:ea typeface="Arial"/>
                <a:cs typeface="Arial"/>
                <a:sym typeface="Arial"/>
              </a:defRPr>
            </a:lvl1pPr>
            <a:lvl2pPr algn="ctr" rtl="0">
              <a:spcBef>
                <a:spcPts val="0"/>
              </a:spcBef>
              <a:spcAft>
                <a:spcPts val="0"/>
              </a:spcAft>
              <a:defRPr sz="27200">
                <a:solidFill>
                  <a:schemeClr val="dk2"/>
                </a:solidFill>
                <a:uFillTx/>
                <a:latin typeface="Arial"/>
                <a:ea typeface="Arial"/>
                <a:cs typeface="Arial"/>
                <a:sym typeface="Arial"/>
              </a:defRPr>
            </a:lvl2pPr>
            <a:lvl3pPr algn="ctr" rtl="0">
              <a:spcBef>
                <a:spcPts val="0"/>
              </a:spcBef>
              <a:spcAft>
                <a:spcPts val="0"/>
              </a:spcAft>
              <a:defRPr sz="27200">
                <a:solidFill>
                  <a:schemeClr val="dk2"/>
                </a:solidFill>
                <a:uFillTx/>
                <a:latin typeface="Arial"/>
                <a:ea typeface="Arial"/>
                <a:cs typeface="Arial"/>
                <a:sym typeface="Arial"/>
              </a:defRPr>
            </a:lvl3pPr>
            <a:lvl4pPr algn="ctr" rtl="0">
              <a:spcBef>
                <a:spcPts val="0"/>
              </a:spcBef>
              <a:spcAft>
                <a:spcPts val="0"/>
              </a:spcAft>
              <a:defRPr sz="27200">
                <a:solidFill>
                  <a:schemeClr val="dk2"/>
                </a:solidFill>
                <a:uFillTx/>
                <a:latin typeface="Arial"/>
                <a:ea typeface="Arial"/>
                <a:cs typeface="Arial"/>
                <a:sym typeface="Arial"/>
              </a:defRPr>
            </a:lvl4pPr>
            <a:lvl5pPr algn="ctr" rtl="0">
              <a:spcBef>
                <a:spcPts val="0"/>
              </a:spcBef>
              <a:spcAft>
                <a:spcPts val="0"/>
              </a:spcAft>
              <a:defRPr sz="27200">
                <a:solidFill>
                  <a:schemeClr val="dk2"/>
                </a:solidFill>
                <a:uFillTx/>
                <a:latin typeface="Arial"/>
                <a:ea typeface="Arial"/>
                <a:cs typeface="Arial"/>
                <a:sym typeface="Arial"/>
              </a:defRPr>
            </a:lvl5pPr>
            <a:lvl6pPr marL="914400" algn="ctr" rtl="0">
              <a:spcBef>
                <a:spcPts val="0"/>
              </a:spcBef>
              <a:spcAft>
                <a:spcPts val="0"/>
              </a:spcAft>
              <a:defRPr sz="27200">
                <a:solidFill>
                  <a:schemeClr val="dk2"/>
                </a:solidFill>
                <a:uFillTx/>
                <a:latin typeface="Arial"/>
                <a:ea typeface="Arial"/>
                <a:cs typeface="Arial"/>
                <a:sym typeface="Arial"/>
              </a:defRPr>
            </a:lvl6pPr>
            <a:lvl7pPr marL="1828800" algn="ctr" rtl="0">
              <a:spcBef>
                <a:spcPts val="0"/>
              </a:spcBef>
              <a:spcAft>
                <a:spcPts val="0"/>
              </a:spcAft>
              <a:defRPr sz="27200">
                <a:solidFill>
                  <a:schemeClr val="dk2"/>
                </a:solidFill>
                <a:uFillTx/>
                <a:latin typeface="Arial"/>
                <a:ea typeface="Arial"/>
                <a:cs typeface="Arial"/>
                <a:sym typeface="Arial"/>
              </a:defRPr>
            </a:lvl7pPr>
            <a:lvl8pPr marL="2743200" algn="ctr" rtl="0">
              <a:spcBef>
                <a:spcPts val="0"/>
              </a:spcBef>
              <a:spcAft>
                <a:spcPts val="0"/>
              </a:spcAft>
              <a:defRPr sz="27200">
                <a:solidFill>
                  <a:schemeClr val="dk2"/>
                </a:solidFill>
                <a:uFillTx/>
                <a:latin typeface="Arial"/>
                <a:ea typeface="Arial"/>
                <a:cs typeface="Arial"/>
                <a:sym typeface="Arial"/>
              </a:defRPr>
            </a:lvl8pPr>
            <a:lvl9pPr marL="3657600" algn="ctr" rtl="0">
              <a:spcBef>
                <a:spcPts val="0"/>
              </a:spcBef>
              <a:spcAft>
                <a:spcPts val="0"/>
              </a:spcAft>
              <a:defRPr sz="27200">
                <a:solidFill>
                  <a:schemeClr val="dk2"/>
                </a:solidFill>
                <a:uFillTx/>
                <a:latin typeface="Arial"/>
                <a:ea typeface="Arial"/>
                <a:cs typeface="Arial"/>
                <a:sym typeface="Arial"/>
              </a:defRPr>
            </a:lvl9pPr>
          </a:lstStyle>
          <a:p>
            <a:endParaRPr>
              <a:uFillTx/>
            </a:endParaRPr>
          </a:p>
        </p:txBody>
      </p:sp>
      <p:sp>
        <p:nvSpPr>
          <p:cNvPr id="30" name="Shape 30"/>
          <p:cNvSpPr txBox="1">
            <a:spLocks noGrp="1"/>
          </p:cNvSpPr>
          <p:nvPr>
            <p:ph type="body" idx="1"/>
          </p:nvPr>
        </p:nvSpPr>
        <p:spPr>
          <a:xfrm>
            <a:off x="2193925" y="7680325"/>
            <a:ext cx="19599274" cy="21726522"/>
          </a:xfrm>
          <a:prstGeom prst="rect">
            <a:avLst/>
          </a:prstGeom>
          <a:noFill/>
          <a:ln>
            <a:noFill/>
          </a:ln>
        </p:spPr>
        <p:txBody>
          <a:bodyPr lIns="182850" tIns="182850" rIns="182850" bIns="182850" anchor="t" anchorCtr="0"/>
          <a:lstStyle>
            <a:lvl1pPr rtl="0">
              <a:defRPr sz="5600">
                <a:uFillTx/>
              </a:defRPr>
            </a:lvl1pPr>
            <a:lvl2pPr rtl="0">
              <a:defRPr sz="4800">
                <a:uFillTx/>
              </a:defRPr>
            </a:lvl2pPr>
            <a:lvl3pPr rtl="0">
              <a:defRPr sz="4000">
                <a:uFillTx/>
              </a:defRPr>
            </a:lvl3pPr>
            <a:lvl4pPr rtl="0">
              <a:defRPr sz="3600">
                <a:uFillTx/>
              </a:defRPr>
            </a:lvl4pPr>
            <a:lvl5pPr rtl="0">
              <a:defRPr sz="3600">
                <a:uFillTx/>
              </a:defRPr>
            </a:lvl5pPr>
            <a:lvl6pPr rtl="0">
              <a:defRPr sz="3600">
                <a:uFillTx/>
              </a:defRPr>
            </a:lvl6pPr>
            <a:lvl7pPr rtl="0">
              <a:defRPr sz="3600">
                <a:uFillTx/>
              </a:defRPr>
            </a:lvl7pPr>
            <a:lvl8pPr rtl="0">
              <a:defRPr sz="3600">
                <a:uFillTx/>
              </a:defRPr>
            </a:lvl8pPr>
            <a:lvl9pPr rtl="0">
              <a:defRPr sz="3600">
                <a:uFillTx/>
              </a:defRPr>
            </a:lvl9pPr>
          </a:lstStyle>
          <a:p>
            <a:endParaRPr>
              <a:uFillTx/>
            </a:endParaRPr>
          </a:p>
        </p:txBody>
      </p:sp>
      <p:sp>
        <p:nvSpPr>
          <p:cNvPr id="31" name="Shape 31"/>
          <p:cNvSpPr txBox="1">
            <a:spLocks noGrp="1"/>
          </p:cNvSpPr>
          <p:nvPr>
            <p:ph type="body" idx="2"/>
          </p:nvPr>
        </p:nvSpPr>
        <p:spPr>
          <a:xfrm>
            <a:off x="22098000" y="7680325"/>
            <a:ext cx="19599276" cy="21726522"/>
          </a:xfrm>
          <a:prstGeom prst="rect">
            <a:avLst/>
          </a:prstGeom>
          <a:noFill/>
          <a:ln>
            <a:noFill/>
          </a:ln>
        </p:spPr>
        <p:txBody>
          <a:bodyPr lIns="182850" tIns="182850" rIns="182850" bIns="182850" anchor="t" anchorCtr="0"/>
          <a:lstStyle>
            <a:lvl1pPr rtl="0">
              <a:defRPr sz="5600">
                <a:uFillTx/>
              </a:defRPr>
            </a:lvl1pPr>
            <a:lvl2pPr rtl="0">
              <a:defRPr sz="4800">
                <a:uFillTx/>
              </a:defRPr>
            </a:lvl2pPr>
            <a:lvl3pPr rtl="0">
              <a:defRPr sz="4000">
                <a:uFillTx/>
              </a:defRPr>
            </a:lvl3pPr>
            <a:lvl4pPr rtl="0">
              <a:defRPr sz="3600">
                <a:uFillTx/>
              </a:defRPr>
            </a:lvl4pPr>
            <a:lvl5pPr rtl="0">
              <a:defRPr sz="3600">
                <a:uFillTx/>
              </a:defRPr>
            </a:lvl5pPr>
            <a:lvl6pPr rtl="0">
              <a:defRPr sz="3600">
                <a:uFillTx/>
              </a:defRPr>
            </a:lvl6pPr>
            <a:lvl7pPr rtl="0">
              <a:defRPr sz="3600">
                <a:uFillTx/>
              </a:defRPr>
            </a:lvl7pPr>
            <a:lvl8pPr rtl="0">
              <a:defRPr sz="3600">
                <a:uFillTx/>
              </a:defRPr>
            </a:lvl8pPr>
            <a:lvl9pPr rtl="0">
              <a:defRPr sz="3600">
                <a:uFillTx/>
              </a:defRPr>
            </a:lvl9pPr>
          </a:lstStyle>
          <a:p>
            <a:endParaRPr>
              <a:uFillTx/>
            </a:endParaRPr>
          </a:p>
        </p:txBody>
      </p:sp>
      <p:sp>
        <p:nvSpPr>
          <p:cNvPr id="32" name="Shape 32"/>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33" name="Shape 33"/>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34" name="Shape 34"/>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TxTwoObj">
    <p:spTree>
      <p:nvGrpSpPr>
        <p:cNvPr id="1" name="Shape 35"/>
        <p:cNvGrpSpPr/>
        <p:nvPr/>
      </p:nvGrpSpPr>
      <p:grpSpPr>
        <a:xfrm>
          <a:off x="0" y="0"/>
          <a:ext cx="0" cy="0"/>
          <a:chOff x="0" y="0"/>
          <a:chExt cx="0" cy="0"/>
        </a:xfrm>
      </p:grpSpPr>
      <p:sp>
        <p:nvSpPr>
          <p:cNvPr id="36" name="Shape 36"/>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rtl="0">
              <a:defRPr>
                <a:uFillTx/>
              </a:defRPr>
            </a:lvl1pPr>
            <a:lvl2pPr rtl="0">
              <a:defRPr>
                <a:uFillTx/>
              </a:defRPr>
            </a:lvl2pPr>
            <a:lvl3pPr rtl="0">
              <a:defRPr>
                <a:uFillTx/>
              </a:defRPr>
            </a:lvl3pPr>
            <a:lvl4pPr rtl="0">
              <a:defRPr>
                <a:uFillTx/>
              </a:defRPr>
            </a:lvl4pPr>
            <a:lvl5pPr rtl="0">
              <a:defRPr>
                <a:uFillTx/>
              </a:defRPr>
            </a:lvl5pPr>
            <a:lvl6pPr rtl="0">
              <a:defRPr>
                <a:uFillTx/>
              </a:defRPr>
            </a:lvl6pPr>
            <a:lvl7pPr rtl="0">
              <a:defRPr>
                <a:uFillTx/>
              </a:defRPr>
            </a:lvl7pPr>
            <a:lvl8pPr rtl="0">
              <a:defRPr>
                <a:uFillTx/>
              </a:defRPr>
            </a:lvl8pPr>
            <a:lvl9pPr rtl="0">
              <a:defRPr>
                <a:uFillTx/>
              </a:defRPr>
            </a:lvl9pPr>
          </a:lstStyle>
          <a:p>
            <a:endParaRPr>
              <a:uFillTx/>
            </a:endParaRPr>
          </a:p>
        </p:txBody>
      </p:sp>
      <p:sp>
        <p:nvSpPr>
          <p:cNvPr id="37" name="Shape 37"/>
          <p:cNvSpPr txBox="1">
            <a:spLocks noGrp="1"/>
          </p:cNvSpPr>
          <p:nvPr>
            <p:ph type="body" idx="1"/>
          </p:nvPr>
        </p:nvSpPr>
        <p:spPr>
          <a:xfrm>
            <a:off x="2193924" y="7369174"/>
            <a:ext cx="19392900" cy="3070224"/>
          </a:xfrm>
          <a:prstGeom prst="rect">
            <a:avLst/>
          </a:prstGeom>
          <a:noFill/>
          <a:ln>
            <a:noFill/>
          </a:ln>
        </p:spPr>
        <p:txBody>
          <a:bodyPr lIns="182850" tIns="182850" rIns="182850" bIns="182850" anchor="b" anchorCtr="0"/>
          <a:lstStyle>
            <a:lvl1pPr marL="0" indent="0" rtl="0">
              <a:buFont typeface="Arial"/>
              <a:buNone/>
              <a:defRPr sz="4800" b="1">
                <a:uFillTx/>
              </a:defRPr>
            </a:lvl1pPr>
            <a:lvl2pPr marL="914400" indent="0" rtl="0">
              <a:buFont typeface="Arial"/>
              <a:buNone/>
              <a:defRPr sz="4000" b="1">
                <a:uFillTx/>
              </a:defRPr>
            </a:lvl2pPr>
            <a:lvl3pPr marL="1828800" indent="0" rtl="0">
              <a:buFont typeface="Arial"/>
              <a:buNone/>
              <a:defRPr sz="3600" b="1">
                <a:uFillTx/>
              </a:defRPr>
            </a:lvl3pPr>
            <a:lvl4pPr marL="2743200" indent="0" rtl="0">
              <a:buFont typeface="Arial"/>
              <a:buNone/>
              <a:defRPr sz="3200" b="1">
                <a:uFillTx/>
              </a:defRPr>
            </a:lvl4pPr>
            <a:lvl5pPr marL="3657600" indent="0" rtl="0">
              <a:buFont typeface="Arial"/>
              <a:buNone/>
              <a:defRPr sz="3200" b="1">
                <a:uFillTx/>
              </a:defRPr>
            </a:lvl5pPr>
            <a:lvl6pPr marL="4572000" indent="0" rtl="0">
              <a:buFont typeface="Arial"/>
              <a:buNone/>
              <a:defRPr sz="3200" b="1">
                <a:uFillTx/>
              </a:defRPr>
            </a:lvl6pPr>
            <a:lvl7pPr marL="5486400" indent="0" rtl="0">
              <a:buFont typeface="Arial"/>
              <a:buNone/>
              <a:defRPr sz="3200" b="1">
                <a:uFillTx/>
              </a:defRPr>
            </a:lvl7pPr>
            <a:lvl8pPr marL="6400800" indent="0" rtl="0">
              <a:buFont typeface="Arial"/>
              <a:buNone/>
              <a:defRPr sz="3200" b="1">
                <a:uFillTx/>
              </a:defRPr>
            </a:lvl8pPr>
            <a:lvl9pPr marL="7315200" indent="0" rtl="0">
              <a:buFont typeface="Arial"/>
              <a:buNone/>
              <a:defRPr sz="3200" b="1">
                <a:uFillTx/>
              </a:defRPr>
            </a:lvl9pPr>
          </a:lstStyle>
          <a:p>
            <a:endParaRPr>
              <a:uFillTx/>
            </a:endParaRPr>
          </a:p>
        </p:txBody>
      </p:sp>
      <p:sp>
        <p:nvSpPr>
          <p:cNvPr id="38" name="Shape 38"/>
          <p:cNvSpPr txBox="1">
            <a:spLocks noGrp="1"/>
          </p:cNvSpPr>
          <p:nvPr>
            <p:ph type="body" idx="2"/>
          </p:nvPr>
        </p:nvSpPr>
        <p:spPr>
          <a:xfrm>
            <a:off x="2193924" y="10439401"/>
            <a:ext cx="19392900" cy="18967450"/>
          </a:xfrm>
          <a:prstGeom prst="rect">
            <a:avLst/>
          </a:prstGeom>
          <a:noFill/>
          <a:ln>
            <a:noFill/>
          </a:ln>
        </p:spPr>
        <p:txBody>
          <a:bodyPr lIns="182850" tIns="182850" rIns="182850" bIns="182850" anchor="t" anchorCtr="0"/>
          <a:lstStyle>
            <a:lvl1pPr rtl="0">
              <a:defRPr sz="4800">
                <a:uFillTx/>
              </a:defRPr>
            </a:lvl1pPr>
            <a:lvl2pPr rtl="0">
              <a:defRPr sz="4000">
                <a:uFillTx/>
              </a:defRPr>
            </a:lvl2pPr>
            <a:lvl3pPr rtl="0">
              <a:defRPr sz="3600">
                <a:uFillTx/>
              </a:defRPr>
            </a:lvl3pPr>
            <a:lvl4pPr rtl="0">
              <a:defRPr sz="3200">
                <a:uFillTx/>
              </a:defRPr>
            </a:lvl4pPr>
            <a:lvl5pPr rtl="0">
              <a:defRPr sz="3200">
                <a:uFillTx/>
              </a:defRPr>
            </a:lvl5pPr>
            <a:lvl6pPr rtl="0">
              <a:defRPr sz="3200">
                <a:uFillTx/>
              </a:defRPr>
            </a:lvl6pPr>
            <a:lvl7pPr rtl="0">
              <a:defRPr sz="3200">
                <a:uFillTx/>
              </a:defRPr>
            </a:lvl7pPr>
            <a:lvl8pPr rtl="0">
              <a:defRPr sz="3200">
                <a:uFillTx/>
              </a:defRPr>
            </a:lvl8pPr>
            <a:lvl9pPr rtl="0">
              <a:defRPr sz="3200">
                <a:uFillTx/>
              </a:defRPr>
            </a:lvl9pPr>
          </a:lstStyle>
          <a:p>
            <a:endParaRPr>
              <a:uFillTx/>
            </a:endParaRPr>
          </a:p>
        </p:txBody>
      </p:sp>
      <p:sp>
        <p:nvSpPr>
          <p:cNvPr id="39" name="Shape 39"/>
          <p:cNvSpPr txBox="1">
            <a:spLocks noGrp="1"/>
          </p:cNvSpPr>
          <p:nvPr>
            <p:ph type="body" idx="3"/>
          </p:nvPr>
        </p:nvSpPr>
        <p:spPr>
          <a:xfrm>
            <a:off x="22294851" y="7369174"/>
            <a:ext cx="19402426" cy="3070224"/>
          </a:xfrm>
          <a:prstGeom prst="rect">
            <a:avLst/>
          </a:prstGeom>
          <a:noFill/>
          <a:ln>
            <a:noFill/>
          </a:ln>
        </p:spPr>
        <p:txBody>
          <a:bodyPr lIns="182850" tIns="182850" rIns="182850" bIns="182850" anchor="b" anchorCtr="0"/>
          <a:lstStyle>
            <a:lvl1pPr marL="0" indent="0" rtl="0">
              <a:buFont typeface="Arial"/>
              <a:buNone/>
              <a:defRPr sz="4800" b="1">
                <a:uFillTx/>
              </a:defRPr>
            </a:lvl1pPr>
            <a:lvl2pPr marL="914400" indent="0" rtl="0">
              <a:buFont typeface="Arial"/>
              <a:buNone/>
              <a:defRPr sz="4000" b="1">
                <a:uFillTx/>
              </a:defRPr>
            </a:lvl2pPr>
            <a:lvl3pPr marL="1828800" indent="0" rtl="0">
              <a:buFont typeface="Arial"/>
              <a:buNone/>
              <a:defRPr sz="3600" b="1">
                <a:uFillTx/>
              </a:defRPr>
            </a:lvl3pPr>
            <a:lvl4pPr marL="2743200" indent="0" rtl="0">
              <a:buFont typeface="Arial"/>
              <a:buNone/>
              <a:defRPr sz="3200" b="1">
                <a:uFillTx/>
              </a:defRPr>
            </a:lvl4pPr>
            <a:lvl5pPr marL="3657600" indent="0" rtl="0">
              <a:buFont typeface="Arial"/>
              <a:buNone/>
              <a:defRPr sz="3200" b="1">
                <a:uFillTx/>
              </a:defRPr>
            </a:lvl5pPr>
            <a:lvl6pPr marL="4572000" indent="0" rtl="0">
              <a:buFont typeface="Arial"/>
              <a:buNone/>
              <a:defRPr sz="3200" b="1">
                <a:uFillTx/>
              </a:defRPr>
            </a:lvl6pPr>
            <a:lvl7pPr marL="5486400" indent="0" rtl="0">
              <a:buFont typeface="Arial"/>
              <a:buNone/>
              <a:defRPr sz="3200" b="1">
                <a:uFillTx/>
              </a:defRPr>
            </a:lvl7pPr>
            <a:lvl8pPr marL="6400800" indent="0" rtl="0">
              <a:buFont typeface="Arial"/>
              <a:buNone/>
              <a:defRPr sz="3200" b="1">
                <a:uFillTx/>
              </a:defRPr>
            </a:lvl8pPr>
            <a:lvl9pPr marL="7315200" indent="0" rtl="0">
              <a:buFont typeface="Arial"/>
              <a:buNone/>
              <a:defRPr sz="3200" b="1">
                <a:uFillTx/>
              </a:defRPr>
            </a:lvl9pPr>
          </a:lstStyle>
          <a:p>
            <a:endParaRPr>
              <a:uFillTx/>
            </a:endParaRPr>
          </a:p>
        </p:txBody>
      </p:sp>
      <p:sp>
        <p:nvSpPr>
          <p:cNvPr id="40" name="Shape 40"/>
          <p:cNvSpPr txBox="1">
            <a:spLocks noGrp="1"/>
          </p:cNvSpPr>
          <p:nvPr>
            <p:ph type="body" idx="4"/>
          </p:nvPr>
        </p:nvSpPr>
        <p:spPr>
          <a:xfrm>
            <a:off x="22294851" y="10439401"/>
            <a:ext cx="19402426" cy="18967450"/>
          </a:xfrm>
          <a:prstGeom prst="rect">
            <a:avLst/>
          </a:prstGeom>
          <a:noFill/>
          <a:ln>
            <a:noFill/>
          </a:ln>
        </p:spPr>
        <p:txBody>
          <a:bodyPr lIns="182850" tIns="182850" rIns="182850" bIns="182850" anchor="t" anchorCtr="0"/>
          <a:lstStyle>
            <a:lvl1pPr rtl="0">
              <a:defRPr sz="4800">
                <a:uFillTx/>
              </a:defRPr>
            </a:lvl1pPr>
            <a:lvl2pPr rtl="0">
              <a:defRPr sz="4000">
                <a:uFillTx/>
              </a:defRPr>
            </a:lvl2pPr>
            <a:lvl3pPr rtl="0">
              <a:defRPr sz="3600">
                <a:uFillTx/>
              </a:defRPr>
            </a:lvl3pPr>
            <a:lvl4pPr rtl="0">
              <a:defRPr sz="3200">
                <a:uFillTx/>
              </a:defRPr>
            </a:lvl4pPr>
            <a:lvl5pPr rtl="0">
              <a:defRPr sz="3200">
                <a:uFillTx/>
              </a:defRPr>
            </a:lvl5pPr>
            <a:lvl6pPr rtl="0">
              <a:defRPr sz="3200">
                <a:uFillTx/>
              </a:defRPr>
            </a:lvl6pPr>
            <a:lvl7pPr rtl="0">
              <a:defRPr sz="3200">
                <a:uFillTx/>
              </a:defRPr>
            </a:lvl7pPr>
            <a:lvl8pPr rtl="0">
              <a:defRPr sz="3200">
                <a:uFillTx/>
              </a:defRPr>
            </a:lvl8pPr>
            <a:lvl9pPr rtl="0">
              <a:defRPr sz="3200">
                <a:uFillTx/>
              </a:defRPr>
            </a:lvl9pPr>
          </a:lstStyle>
          <a:p>
            <a:endParaRPr>
              <a:uFillTx/>
            </a:endParaRPr>
          </a:p>
        </p:txBody>
      </p:sp>
      <p:sp>
        <p:nvSpPr>
          <p:cNvPr id="41" name="Shape 41"/>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42" name="Shape 42"/>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43" name="Shape 43"/>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Only">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algn="ctr" rtl="0">
              <a:spcBef>
                <a:spcPts val="0"/>
              </a:spcBef>
              <a:spcAft>
                <a:spcPts val="0"/>
              </a:spcAft>
              <a:defRPr sz="27200">
                <a:solidFill>
                  <a:schemeClr val="dk2"/>
                </a:solidFill>
                <a:uFillTx/>
                <a:latin typeface="Arial"/>
                <a:ea typeface="Arial"/>
                <a:cs typeface="Arial"/>
                <a:sym typeface="Arial"/>
              </a:defRPr>
            </a:lvl1pPr>
            <a:lvl2pPr algn="ctr" rtl="0">
              <a:spcBef>
                <a:spcPts val="0"/>
              </a:spcBef>
              <a:spcAft>
                <a:spcPts val="0"/>
              </a:spcAft>
              <a:defRPr sz="27200">
                <a:solidFill>
                  <a:schemeClr val="dk2"/>
                </a:solidFill>
                <a:uFillTx/>
                <a:latin typeface="Arial"/>
                <a:ea typeface="Arial"/>
                <a:cs typeface="Arial"/>
                <a:sym typeface="Arial"/>
              </a:defRPr>
            </a:lvl2pPr>
            <a:lvl3pPr algn="ctr" rtl="0">
              <a:spcBef>
                <a:spcPts val="0"/>
              </a:spcBef>
              <a:spcAft>
                <a:spcPts val="0"/>
              </a:spcAft>
              <a:defRPr sz="27200">
                <a:solidFill>
                  <a:schemeClr val="dk2"/>
                </a:solidFill>
                <a:uFillTx/>
                <a:latin typeface="Arial"/>
                <a:ea typeface="Arial"/>
                <a:cs typeface="Arial"/>
                <a:sym typeface="Arial"/>
              </a:defRPr>
            </a:lvl3pPr>
            <a:lvl4pPr algn="ctr" rtl="0">
              <a:spcBef>
                <a:spcPts val="0"/>
              </a:spcBef>
              <a:spcAft>
                <a:spcPts val="0"/>
              </a:spcAft>
              <a:defRPr sz="27200">
                <a:solidFill>
                  <a:schemeClr val="dk2"/>
                </a:solidFill>
                <a:uFillTx/>
                <a:latin typeface="Arial"/>
                <a:ea typeface="Arial"/>
                <a:cs typeface="Arial"/>
                <a:sym typeface="Arial"/>
              </a:defRPr>
            </a:lvl4pPr>
            <a:lvl5pPr algn="ctr" rtl="0">
              <a:spcBef>
                <a:spcPts val="0"/>
              </a:spcBef>
              <a:spcAft>
                <a:spcPts val="0"/>
              </a:spcAft>
              <a:defRPr sz="27200">
                <a:solidFill>
                  <a:schemeClr val="dk2"/>
                </a:solidFill>
                <a:uFillTx/>
                <a:latin typeface="Arial"/>
                <a:ea typeface="Arial"/>
                <a:cs typeface="Arial"/>
                <a:sym typeface="Arial"/>
              </a:defRPr>
            </a:lvl5pPr>
            <a:lvl6pPr marL="914400" algn="ctr" rtl="0">
              <a:spcBef>
                <a:spcPts val="0"/>
              </a:spcBef>
              <a:spcAft>
                <a:spcPts val="0"/>
              </a:spcAft>
              <a:defRPr sz="27200">
                <a:solidFill>
                  <a:schemeClr val="dk2"/>
                </a:solidFill>
                <a:uFillTx/>
                <a:latin typeface="Arial"/>
                <a:ea typeface="Arial"/>
                <a:cs typeface="Arial"/>
                <a:sym typeface="Arial"/>
              </a:defRPr>
            </a:lvl6pPr>
            <a:lvl7pPr marL="1828800" algn="ctr" rtl="0">
              <a:spcBef>
                <a:spcPts val="0"/>
              </a:spcBef>
              <a:spcAft>
                <a:spcPts val="0"/>
              </a:spcAft>
              <a:defRPr sz="27200">
                <a:solidFill>
                  <a:schemeClr val="dk2"/>
                </a:solidFill>
                <a:uFillTx/>
                <a:latin typeface="Arial"/>
                <a:ea typeface="Arial"/>
                <a:cs typeface="Arial"/>
                <a:sym typeface="Arial"/>
              </a:defRPr>
            </a:lvl7pPr>
            <a:lvl8pPr marL="2743200" algn="ctr" rtl="0">
              <a:spcBef>
                <a:spcPts val="0"/>
              </a:spcBef>
              <a:spcAft>
                <a:spcPts val="0"/>
              </a:spcAft>
              <a:defRPr sz="27200">
                <a:solidFill>
                  <a:schemeClr val="dk2"/>
                </a:solidFill>
                <a:uFillTx/>
                <a:latin typeface="Arial"/>
                <a:ea typeface="Arial"/>
                <a:cs typeface="Arial"/>
                <a:sym typeface="Arial"/>
              </a:defRPr>
            </a:lvl8pPr>
            <a:lvl9pPr marL="3657600" algn="ctr" rtl="0">
              <a:spcBef>
                <a:spcPts val="0"/>
              </a:spcBef>
              <a:spcAft>
                <a:spcPts val="0"/>
              </a:spcAft>
              <a:defRPr sz="27200">
                <a:solidFill>
                  <a:schemeClr val="dk2"/>
                </a:solidFill>
                <a:uFillTx/>
                <a:latin typeface="Arial"/>
                <a:ea typeface="Arial"/>
                <a:cs typeface="Arial"/>
                <a:sym typeface="Arial"/>
              </a:defRPr>
            </a:lvl9pPr>
          </a:lstStyle>
          <a:p>
            <a:endParaRPr>
              <a:uFillTx/>
            </a:endParaRPr>
          </a:p>
        </p:txBody>
      </p:sp>
      <p:sp>
        <p:nvSpPr>
          <p:cNvPr id="46" name="Shape 46"/>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47" name="Shape 47"/>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48" name="Shape 48"/>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9"/>
        <p:cNvGrpSpPr/>
        <p:nvPr/>
      </p:nvGrpSpPr>
      <p:grpSpPr>
        <a:xfrm>
          <a:off x="0" y="0"/>
          <a:ext cx="0" cy="0"/>
          <a:chOff x="0" y="0"/>
          <a:chExt cx="0" cy="0"/>
        </a:xfrm>
      </p:grpSpPr>
      <p:sp>
        <p:nvSpPr>
          <p:cNvPr id="50" name="Shape 50"/>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51" name="Shape 51"/>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52" name="Shape 52"/>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Tx">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2193924" y="1311275"/>
            <a:ext cx="14439900" cy="5578474"/>
          </a:xfrm>
          <a:prstGeom prst="rect">
            <a:avLst/>
          </a:prstGeom>
          <a:noFill/>
          <a:ln>
            <a:noFill/>
          </a:ln>
        </p:spPr>
        <p:txBody>
          <a:bodyPr lIns="182850" tIns="182850" rIns="182850" bIns="182850" anchor="b" anchorCtr="0"/>
          <a:lstStyle>
            <a:lvl1pPr algn="l" rtl="0">
              <a:defRPr sz="4000" b="1">
                <a:uFillTx/>
              </a:defRPr>
            </a:lvl1pPr>
            <a:lvl2pPr rtl="0">
              <a:defRPr>
                <a:uFillTx/>
              </a:defRPr>
            </a:lvl2pPr>
            <a:lvl3pPr rtl="0">
              <a:defRPr>
                <a:uFillTx/>
              </a:defRPr>
            </a:lvl3pPr>
            <a:lvl4pPr rtl="0">
              <a:defRPr>
                <a:uFillTx/>
              </a:defRPr>
            </a:lvl4pPr>
            <a:lvl5pPr rtl="0">
              <a:defRPr>
                <a:uFillTx/>
              </a:defRPr>
            </a:lvl5pPr>
            <a:lvl6pPr rtl="0">
              <a:defRPr>
                <a:uFillTx/>
              </a:defRPr>
            </a:lvl6pPr>
            <a:lvl7pPr rtl="0">
              <a:defRPr>
                <a:uFillTx/>
              </a:defRPr>
            </a:lvl7pPr>
            <a:lvl8pPr rtl="0">
              <a:defRPr>
                <a:uFillTx/>
              </a:defRPr>
            </a:lvl8pPr>
            <a:lvl9pPr rtl="0">
              <a:defRPr>
                <a:uFillTx/>
              </a:defRPr>
            </a:lvl9pPr>
          </a:lstStyle>
          <a:p>
            <a:endParaRPr>
              <a:uFillTx/>
            </a:endParaRPr>
          </a:p>
        </p:txBody>
      </p:sp>
      <p:sp>
        <p:nvSpPr>
          <p:cNvPr id="55" name="Shape 55"/>
          <p:cNvSpPr txBox="1">
            <a:spLocks noGrp="1"/>
          </p:cNvSpPr>
          <p:nvPr>
            <p:ph type="body" idx="1"/>
          </p:nvPr>
        </p:nvSpPr>
        <p:spPr>
          <a:xfrm>
            <a:off x="17160877" y="1311275"/>
            <a:ext cx="24536398" cy="28095574"/>
          </a:xfrm>
          <a:prstGeom prst="rect">
            <a:avLst/>
          </a:prstGeom>
          <a:noFill/>
          <a:ln>
            <a:noFill/>
          </a:ln>
        </p:spPr>
        <p:txBody>
          <a:bodyPr lIns="182850" tIns="182850" rIns="182850" bIns="182850" anchor="t" anchorCtr="0"/>
          <a:lstStyle>
            <a:lvl1pPr rtl="0">
              <a:defRPr sz="6400">
                <a:uFillTx/>
              </a:defRPr>
            </a:lvl1pPr>
            <a:lvl2pPr rtl="0">
              <a:defRPr sz="5600">
                <a:uFillTx/>
              </a:defRPr>
            </a:lvl2pPr>
            <a:lvl3pPr rtl="0">
              <a:defRPr sz="4800">
                <a:uFillTx/>
              </a:defRPr>
            </a:lvl3pPr>
            <a:lvl4pPr rtl="0">
              <a:defRPr sz="4000">
                <a:uFillTx/>
              </a:defRPr>
            </a:lvl4pPr>
            <a:lvl5pPr rtl="0">
              <a:defRPr sz="4000">
                <a:uFillTx/>
              </a:defRPr>
            </a:lvl5pPr>
            <a:lvl6pPr rtl="0">
              <a:defRPr sz="4000">
                <a:uFillTx/>
              </a:defRPr>
            </a:lvl6pPr>
            <a:lvl7pPr rtl="0">
              <a:defRPr sz="4000">
                <a:uFillTx/>
              </a:defRPr>
            </a:lvl7pPr>
            <a:lvl8pPr rtl="0">
              <a:defRPr sz="4000">
                <a:uFillTx/>
              </a:defRPr>
            </a:lvl8pPr>
            <a:lvl9pPr rtl="0">
              <a:defRPr sz="4000">
                <a:uFillTx/>
              </a:defRPr>
            </a:lvl9pPr>
          </a:lstStyle>
          <a:p>
            <a:endParaRPr>
              <a:uFillTx/>
            </a:endParaRPr>
          </a:p>
        </p:txBody>
      </p:sp>
      <p:sp>
        <p:nvSpPr>
          <p:cNvPr id="56" name="Shape 56"/>
          <p:cNvSpPr txBox="1">
            <a:spLocks noGrp="1"/>
          </p:cNvSpPr>
          <p:nvPr>
            <p:ph type="body" idx="2"/>
          </p:nvPr>
        </p:nvSpPr>
        <p:spPr>
          <a:xfrm>
            <a:off x="2193924" y="6889750"/>
            <a:ext cx="14439900" cy="22517100"/>
          </a:xfrm>
          <a:prstGeom prst="rect">
            <a:avLst/>
          </a:prstGeom>
          <a:noFill/>
          <a:ln>
            <a:noFill/>
          </a:ln>
        </p:spPr>
        <p:txBody>
          <a:bodyPr lIns="182850" tIns="182850" rIns="182850" bIns="182850" anchor="t" anchorCtr="0"/>
          <a:lstStyle>
            <a:lvl1pPr marL="0" indent="0" rtl="0">
              <a:buFont typeface="Arial"/>
              <a:buNone/>
              <a:defRPr sz="2800">
                <a:uFillTx/>
              </a:defRPr>
            </a:lvl1pPr>
            <a:lvl2pPr marL="914400" indent="0" rtl="0">
              <a:buFont typeface="Arial"/>
              <a:buNone/>
              <a:defRPr sz="2400">
                <a:uFillTx/>
              </a:defRPr>
            </a:lvl2pPr>
            <a:lvl3pPr marL="1828800" indent="0" rtl="0">
              <a:buFont typeface="Arial"/>
              <a:buNone/>
              <a:defRPr sz="2000">
                <a:uFillTx/>
              </a:defRPr>
            </a:lvl3pPr>
            <a:lvl4pPr marL="2743200" indent="0" rtl="0">
              <a:buFont typeface="Arial"/>
              <a:buNone/>
              <a:defRPr sz="1800">
                <a:uFillTx/>
              </a:defRPr>
            </a:lvl4pPr>
            <a:lvl5pPr marL="3657600" indent="0" rtl="0">
              <a:buFont typeface="Arial"/>
              <a:buNone/>
              <a:defRPr sz="1800">
                <a:uFillTx/>
              </a:defRPr>
            </a:lvl5pPr>
            <a:lvl6pPr marL="4572000" indent="0" rtl="0">
              <a:buFont typeface="Arial"/>
              <a:buNone/>
              <a:defRPr sz="1800">
                <a:uFillTx/>
              </a:defRPr>
            </a:lvl6pPr>
            <a:lvl7pPr marL="5486400" indent="0" rtl="0">
              <a:buFont typeface="Arial"/>
              <a:buNone/>
              <a:defRPr sz="1800">
                <a:uFillTx/>
              </a:defRPr>
            </a:lvl7pPr>
            <a:lvl8pPr marL="6400800" indent="0" rtl="0">
              <a:buFont typeface="Arial"/>
              <a:buNone/>
              <a:defRPr sz="1800">
                <a:uFillTx/>
              </a:defRPr>
            </a:lvl8pPr>
            <a:lvl9pPr marL="7315200" indent="0" rtl="0">
              <a:buFont typeface="Arial"/>
              <a:buNone/>
              <a:defRPr sz="1800">
                <a:uFillTx/>
              </a:defRPr>
            </a:lvl9pPr>
          </a:lstStyle>
          <a:p>
            <a:endParaRPr>
              <a:uFillTx/>
            </a:endParaRPr>
          </a:p>
        </p:txBody>
      </p:sp>
      <p:sp>
        <p:nvSpPr>
          <p:cNvPr id="57" name="Shape 57"/>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58" name="Shape 58"/>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59" name="Shape 59"/>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x">
    <p:spTree>
      <p:nvGrpSpPr>
        <p:cNvPr id="1" name="Shape 60"/>
        <p:cNvGrpSpPr/>
        <p:nvPr/>
      </p:nvGrpSpPr>
      <p:grpSpPr>
        <a:xfrm>
          <a:off x="0" y="0"/>
          <a:ext cx="0" cy="0"/>
          <a:chOff x="0" y="0"/>
          <a:chExt cx="0" cy="0"/>
        </a:xfrm>
      </p:grpSpPr>
      <p:sp>
        <p:nvSpPr>
          <p:cNvPr id="61" name="Shape 61"/>
          <p:cNvSpPr txBox="1">
            <a:spLocks noGrp="1"/>
          </p:cNvSpPr>
          <p:nvPr>
            <p:ph type="title"/>
          </p:nvPr>
        </p:nvSpPr>
        <p:spPr>
          <a:xfrm>
            <a:off x="8604251" y="23044151"/>
            <a:ext cx="26333450" cy="2717798"/>
          </a:xfrm>
          <a:prstGeom prst="rect">
            <a:avLst/>
          </a:prstGeom>
          <a:noFill/>
          <a:ln>
            <a:noFill/>
          </a:ln>
        </p:spPr>
        <p:txBody>
          <a:bodyPr lIns="182850" tIns="182850" rIns="182850" bIns="182850" anchor="b" anchorCtr="0"/>
          <a:lstStyle>
            <a:lvl1pPr algn="l" rtl="0">
              <a:defRPr sz="4000" b="1">
                <a:uFillTx/>
              </a:defRPr>
            </a:lvl1pPr>
            <a:lvl2pPr rtl="0">
              <a:defRPr>
                <a:uFillTx/>
              </a:defRPr>
            </a:lvl2pPr>
            <a:lvl3pPr rtl="0">
              <a:defRPr>
                <a:uFillTx/>
              </a:defRPr>
            </a:lvl3pPr>
            <a:lvl4pPr rtl="0">
              <a:defRPr>
                <a:uFillTx/>
              </a:defRPr>
            </a:lvl4pPr>
            <a:lvl5pPr rtl="0">
              <a:defRPr>
                <a:uFillTx/>
              </a:defRPr>
            </a:lvl5pPr>
            <a:lvl6pPr rtl="0">
              <a:defRPr>
                <a:uFillTx/>
              </a:defRPr>
            </a:lvl6pPr>
            <a:lvl7pPr rtl="0">
              <a:defRPr>
                <a:uFillTx/>
              </a:defRPr>
            </a:lvl7pPr>
            <a:lvl8pPr rtl="0">
              <a:defRPr>
                <a:uFillTx/>
              </a:defRPr>
            </a:lvl8pPr>
            <a:lvl9pPr rtl="0">
              <a:defRPr>
                <a:uFillTx/>
              </a:defRPr>
            </a:lvl9pPr>
          </a:lstStyle>
          <a:p>
            <a:endParaRPr>
              <a:uFillTx/>
            </a:endParaRPr>
          </a:p>
        </p:txBody>
      </p:sp>
      <p:sp>
        <p:nvSpPr>
          <p:cNvPr id="62" name="Shape 62"/>
          <p:cNvSpPr>
            <a:spLocks noGrp="1"/>
          </p:cNvSpPr>
          <p:nvPr>
            <p:ph type="pic" idx="2"/>
          </p:nvPr>
        </p:nvSpPr>
        <p:spPr>
          <a:xfrm>
            <a:off x="8604251" y="2940051"/>
            <a:ext cx="26333450" cy="19751674"/>
          </a:xfrm>
          <a:prstGeom prst="rect">
            <a:avLst/>
          </a:prstGeom>
          <a:noFill/>
          <a:ln>
            <a:noFill/>
          </a:ln>
        </p:spPr>
        <p:txBody>
          <a:bodyPr lIns="182850" tIns="182850" rIns="182850" bIns="182850" anchor="t" anchorCtr="0"/>
          <a:lstStyle>
            <a:lvl1pPr marL="0" marR="0" indent="0" algn="l" rtl="0">
              <a:buClr>
                <a:schemeClr val="dk1"/>
              </a:buClr>
              <a:buFont typeface="Arial"/>
              <a:buNone/>
              <a:defRPr sz="6400" b="0" i="0" u="none" strike="noStrike" cap="none" baseline="0">
                <a:solidFill>
                  <a:schemeClr val="dk1"/>
                </a:solidFill>
                <a:uFillTx/>
                <a:latin typeface="Arial"/>
                <a:ea typeface="Arial"/>
                <a:cs typeface="Arial"/>
                <a:sym typeface="Arial"/>
              </a:defRPr>
            </a:lvl1pPr>
            <a:lvl2pPr marL="914400" marR="0" indent="0" algn="l" rtl="0">
              <a:buClr>
                <a:schemeClr val="dk1"/>
              </a:buClr>
              <a:buFont typeface="Arial"/>
              <a:buNone/>
              <a:defRPr sz="5600" b="0" i="0" u="none" strike="noStrike" cap="none" baseline="0">
                <a:solidFill>
                  <a:schemeClr val="dk1"/>
                </a:solidFill>
                <a:uFillTx/>
                <a:latin typeface="Arial"/>
                <a:ea typeface="Arial"/>
                <a:cs typeface="Arial"/>
                <a:sym typeface="Arial"/>
              </a:defRPr>
            </a:lvl2pPr>
            <a:lvl3pPr marL="1828800" marR="0" indent="0" algn="l" rtl="0">
              <a:buClr>
                <a:schemeClr val="dk1"/>
              </a:buClr>
              <a:buFont typeface="Arial"/>
              <a:buNone/>
              <a:defRPr sz="4800" b="0" i="0" u="none" strike="noStrike" cap="none" baseline="0">
                <a:solidFill>
                  <a:schemeClr val="dk1"/>
                </a:solidFill>
                <a:uFillTx/>
                <a:latin typeface="Arial"/>
                <a:ea typeface="Arial"/>
                <a:cs typeface="Arial"/>
                <a:sym typeface="Arial"/>
              </a:defRPr>
            </a:lvl3pPr>
            <a:lvl4pPr marL="27432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4pPr>
            <a:lvl5pPr marL="36576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5pPr>
            <a:lvl6pPr marL="45720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6pPr>
            <a:lvl7pPr marL="54864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7pPr>
            <a:lvl8pPr marL="64008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8pPr>
            <a:lvl9pPr marL="7315200" marR="0" indent="0" algn="l" rtl="0">
              <a:buClr>
                <a:schemeClr val="dk1"/>
              </a:buClr>
              <a:buFont typeface="Arial"/>
              <a:buNone/>
              <a:defRPr sz="4000" b="0" i="0" u="none" strike="noStrike" cap="none" baseline="0">
                <a:solidFill>
                  <a:schemeClr val="dk1"/>
                </a:solidFill>
                <a:uFillTx/>
                <a:latin typeface="Arial"/>
                <a:ea typeface="Arial"/>
                <a:cs typeface="Arial"/>
                <a:sym typeface="Arial"/>
              </a:defRPr>
            </a:lvl9pPr>
          </a:lstStyle>
          <a:p>
            <a:endParaRPr>
              <a:uFillTx/>
            </a:endParaRPr>
          </a:p>
        </p:txBody>
      </p:sp>
      <p:sp>
        <p:nvSpPr>
          <p:cNvPr id="63" name="Shape 63"/>
          <p:cNvSpPr txBox="1">
            <a:spLocks noGrp="1"/>
          </p:cNvSpPr>
          <p:nvPr>
            <p:ph type="body" idx="1"/>
          </p:nvPr>
        </p:nvSpPr>
        <p:spPr>
          <a:xfrm>
            <a:off x="8604251" y="25761950"/>
            <a:ext cx="26333450" cy="3863976"/>
          </a:xfrm>
          <a:prstGeom prst="rect">
            <a:avLst/>
          </a:prstGeom>
          <a:noFill/>
          <a:ln>
            <a:noFill/>
          </a:ln>
        </p:spPr>
        <p:txBody>
          <a:bodyPr lIns="182850" tIns="182850" rIns="182850" bIns="182850" anchor="t" anchorCtr="0"/>
          <a:lstStyle>
            <a:lvl1pPr marL="0" indent="0" rtl="0">
              <a:buFont typeface="Arial"/>
              <a:buNone/>
              <a:defRPr sz="2800">
                <a:uFillTx/>
              </a:defRPr>
            </a:lvl1pPr>
            <a:lvl2pPr marL="914400" indent="0" rtl="0">
              <a:buFont typeface="Arial"/>
              <a:buNone/>
              <a:defRPr sz="2400">
                <a:uFillTx/>
              </a:defRPr>
            </a:lvl2pPr>
            <a:lvl3pPr marL="1828800" indent="0" rtl="0">
              <a:buFont typeface="Arial"/>
              <a:buNone/>
              <a:defRPr sz="2000">
                <a:uFillTx/>
              </a:defRPr>
            </a:lvl3pPr>
            <a:lvl4pPr marL="2743200" indent="0" rtl="0">
              <a:buFont typeface="Arial"/>
              <a:buNone/>
              <a:defRPr sz="1800">
                <a:uFillTx/>
              </a:defRPr>
            </a:lvl4pPr>
            <a:lvl5pPr marL="3657600" indent="0" rtl="0">
              <a:buFont typeface="Arial"/>
              <a:buNone/>
              <a:defRPr sz="1800">
                <a:uFillTx/>
              </a:defRPr>
            </a:lvl5pPr>
            <a:lvl6pPr marL="4572000" indent="0" rtl="0">
              <a:buFont typeface="Arial"/>
              <a:buNone/>
              <a:defRPr sz="1800">
                <a:uFillTx/>
              </a:defRPr>
            </a:lvl6pPr>
            <a:lvl7pPr marL="5486400" indent="0" rtl="0">
              <a:buFont typeface="Arial"/>
              <a:buNone/>
              <a:defRPr sz="1800">
                <a:uFillTx/>
              </a:defRPr>
            </a:lvl7pPr>
            <a:lvl8pPr marL="6400800" indent="0" rtl="0">
              <a:buFont typeface="Arial"/>
              <a:buNone/>
              <a:defRPr sz="1800">
                <a:uFillTx/>
              </a:defRPr>
            </a:lvl8pPr>
            <a:lvl9pPr marL="7315200" indent="0" rtl="0">
              <a:buFont typeface="Arial"/>
              <a:buNone/>
              <a:defRPr sz="1800">
                <a:uFillTx/>
              </a:defRPr>
            </a:lvl9pPr>
          </a:lstStyle>
          <a:p>
            <a:endParaRPr>
              <a:uFillTx/>
            </a:endParaRPr>
          </a:p>
        </p:txBody>
      </p:sp>
      <p:sp>
        <p:nvSpPr>
          <p:cNvPr id="64" name="Shape 64"/>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65" name="Shape 65"/>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66" name="Shape 66"/>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Tx">
    <p:spTree>
      <p:nvGrpSpPr>
        <p:cNvPr id="1" name="Shape 67"/>
        <p:cNvGrpSpPr/>
        <p:nvPr/>
      </p:nvGrpSpPr>
      <p:grpSpPr>
        <a:xfrm>
          <a:off x="0" y="0"/>
          <a:ext cx="0" cy="0"/>
          <a:chOff x="0" y="0"/>
          <a:chExt cx="0" cy="0"/>
        </a:xfrm>
      </p:grpSpPr>
      <p:sp>
        <p:nvSpPr>
          <p:cNvPr id="68" name="Shape 68"/>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algn="ctr" rtl="0">
              <a:spcBef>
                <a:spcPts val="0"/>
              </a:spcBef>
              <a:spcAft>
                <a:spcPts val="0"/>
              </a:spcAft>
              <a:defRPr sz="27200">
                <a:solidFill>
                  <a:schemeClr val="dk2"/>
                </a:solidFill>
                <a:uFillTx/>
                <a:latin typeface="Arial"/>
                <a:ea typeface="Arial"/>
                <a:cs typeface="Arial"/>
                <a:sym typeface="Arial"/>
              </a:defRPr>
            </a:lvl1pPr>
            <a:lvl2pPr algn="ctr" rtl="0">
              <a:spcBef>
                <a:spcPts val="0"/>
              </a:spcBef>
              <a:spcAft>
                <a:spcPts val="0"/>
              </a:spcAft>
              <a:defRPr sz="27200">
                <a:solidFill>
                  <a:schemeClr val="dk2"/>
                </a:solidFill>
                <a:uFillTx/>
                <a:latin typeface="Arial"/>
                <a:ea typeface="Arial"/>
                <a:cs typeface="Arial"/>
                <a:sym typeface="Arial"/>
              </a:defRPr>
            </a:lvl2pPr>
            <a:lvl3pPr algn="ctr" rtl="0">
              <a:spcBef>
                <a:spcPts val="0"/>
              </a:spcBef>
              <a:spcAft>
                <a:spcPts val="0"/>
              </a:spcAft>
              <a:defRPr sz="27200">
                <a:solidFill>
                  <a:schemeClr val="dk2"/>
                </a:solidFill>
                <a:uFillTx/>
                <a:latin typeface="Arial"/>
                <a:ea typeface="Arial"/>
                <a:cs typeface="Arial"/>
                <a:sym typeface="Arial"/>
              </a:defRPr>
            </a:lvl3pPr>
            <a:lvl4pPr algn="ctr" rtl="0">
              <a:spcBef>
                <a:spcPts val="0"/>
              </a:spcBef>
              <a:spcAft>
                <a:spcPts val="0"/>
              </a:spcAft>
              <a:defRPr sz="27200">
                <a:solidFill>
                  <a:schemeClr val="dk2"/>
                </a:solidFill>
                <a:uFillTx/>
                <a:latin typeface="Arial"/>
                <a:ea typeface="Arial"/>
                <a:cs typeface="Arial"/>
                <a:sym typeface="Arial"/>
              </a:defRPr>
            </a:lvl4pPr>
            <a:lvl5pPr algn="ctr" rtl="0">
              <a:spcBef>
                <a:spcPts val="0"/>
              </a:spcBef>
              <a:spcAft>
                <a:spcPts val="0"/>
              </a:spcAft>
              <a:defRPr sz="27200">
                <a:solidFill>
                  <a:schemeClr val="dk2"/>
                </a:solidFill>
                <a:uFillTx/>
                <a:latin typeface="Arial"/>
                <a:ea typeface="Arial"/>
                <a:cs typeface="Arial"/>
                <a:sym typeface="Arial"/>
              </a:defRPr>
            </a:lvl5pPr>
            <a:lvl6pPr marL="914400" algn="ctr" rtl="0">
              <a:spcBef>
                <a:spcPts val="0"/>
              </a:spcBef>
              <a:spcAft>
                <a:spcPts val="0"/>
              </a:spcAft>
              <a:defRPr sz="27200">
                <a:solidFill>
                  <a:schemeClr val="dk2"/>
                </a:solidFill>
                <a:uFillTx/>
                <a:latin typeface="Arial"/>
                <a:ea typeface="Arial"/>
                <a:cs typeface="Arial"/>
                <a:sym typeface="Arial"/>
              </a:defRPr>
            </a:lvl6pPr>
            <a:lvl7pPr marL="1828800" algn="ctr" rtl="0">
              <a:spcBef>
                <a:spcPts val="0"/>
              </a:spcBef>
              <a:spcAft>
                <a:spcPts val="0"/>
              </a:spcAft>
              <a:defRPr sz="27200">
                <a:solidFill>
                  <a:schemeClr val="dk2"/>
                </a:solidFill>
                <a:uFillTx/>
                <a:latin typeface="Arial"/>
                <a:ea typeface="Arial"/>
                <a:cs typeface="Arial"/>
                <a:sym typeface="Arial"/>
              </a:defRPr>
            </a:lvl7pPr>
            <a:lvl8pPr marL="2743200" algn="ctr" rtl="0">
              <a:spcBef>
                <a:spcPts val="0"/>
              </a:spcBef>
              <a:spcAft>
                <a:spcPts val="0"/>
              </a:spcAft>
              <a:defRPr sz="27200">
                <a:solidFill>
                  <a:schemeClr val="dk2"/>
                </a:solidFill>
                <a:uFillTx/>
                <a:latin typeface="Arial"/>
                <a:ea typeface="Arial"/>
                <a:cs typeface="Arial"/>
                <a:sym typeface="Arial"/>
              </a:defRPr>
            </a:lvl8pPr>
            <a:lvl9pPr marL="3657600" algn="ctr" rtl="0">
              <a:spcBef>
                <a:spcPts val="0"/>
              </a:spcBef>
              <a:spcAft>
                <a:spcPts val="0"/>
              </a:spcAft>
              <a:defRPr sz="27200">
                <a:solidFill>
                  <a:schemeClr val="dk2"/>
                </a:solidFill>
                <a:uFillTx/>
                <a:latin typeface="Arial"/>
                <a:ea typeface="Arial"/>
                <a:cs typeface="Arial"/>
                <a:sym typeface="Arial"/>
              </a:defRPr>
            </a:lvl9pPr>
          </a:lstStyle>
          <a:p>
            <a:endParaRPr>
              <a:uFillTx/>
            </a:endParaRPr>
          </a:p>
        </p:txBody>
      </p:sp>
      <p:sp>
        <p:nvSpPr>
          <p:cNvPr id="69" name="Shape 69"/>
          <p:cNvSpPr txBox="1">
            <a:spLocks noGrp="1"/>
          </p:cNvSpPr>
          <p:nvPr>
            <p:ph type="body" idx="1"/>
          </p:nvPr>
        </p:nvSpPr>
        <p:spPr>
          <a:xfrm rot="5400000">
            <a:off x="11082337" y="-1208085"/>
            <a:ext cx="21726522" cy="39503350"/>
          </a:xfrm>
          <a:prstGeom prst="rect">
            <a:avLst/>
          </a:prstGeom>
          <a:noFill/>
          <a:ln>
            <a:noFill/>
          </a:ln>
        </p:spPr>
        <p:txBody>
          <a:bodyPr lIns="182850" tIns="182850" rIns="182850" bIns="182850" anchor="t" anchorCtr="0"/>
          <a:lstStyle>
            <a:lvl1pPr marL="2117726" indent="-1362076" algn="l" rtl="0">
              <a:spcBef>
                <a:spcPts val="3960"/>
              </a:spcBef>
              <a:spcAft>
                <a:spcPts val="0"/>
              </a:spcAft>
              <a:buClr>
                <a:schemeClr val="dk1"/>
              </a:buClr>
              <a:buFont typeface="Arial"/>
              <a:buChar char="•"/>
              <a:defRPr sz="19800">
                <a:solidFill>
                  <a:schemeClr val="dk1"/>
                </a:solidFill>
                <a:uFillTx/>
                <a:latin typeface="Arial"/>
                <a:ea typeface="Arial"/>
                <a:cs typeface="Arial"/>
                <a:sym typeface="Arial"/>
              </a:defRPr>
            </a:lvl1pPr>
            <a:lvl2pPr marL="4584700" indent="-1111250" algn="l" rtl="0">
              <a:spcBef>
                <a:spcPts val="3440"/>
              </a:spcBef>
              <a:spcAft>
                <a:spcPts val="0"/>
              </a:spcAft>
              <a:buClr>
                <a:schemeClr val="dk1"/>
              </a:buClr>
              <a:buFont typeface="Arial"/>
              <a:buChar char="•"/>
              <a:defRPr sz="17200">
                <a:solidFill>
                  <a:schemeClr val="dk1"/>
                </a:solidFill>
                <a:uFillTx/>
                <a:latin typeface="Arial"/>
                <a:ea typeface="Arial"/>
                <a:cs typeface="Arial"/>
                <a:sym typeface="Arial"/>
              </a:defRPr>
            </a:lvl2pPr>
            <a:lvl3pPr marL="7054850" indent="-850900" algn="l" rtl="0">
              <a:spcBef>
                <a:spcPts val="2960"/>
              </a:spcBef>
              <a:spcAft>
                <a:spcPts val="0"/>
              </a:spcAft>
              <a:buClr>
                <a:schemeClr val="dk1"/>
              </a:buClr>
              <a:buFont typeface="Arial"/>
              <a:buChar char="•"/>
              <a:defRPr sz="14800">
                <a:solidFill>
                  <a:schemeClr val="dk1"/>
                </a:solidFill>
                <a:uFillTx/>
                <a:latin typeface="Arial"/>
                <a:ea typeface="Arial"/>
                <a:cs typeface="Arial"/>
                <a:sym typeface="Arial"/>
              </a:defRPr>
            </a:lvl3pPr>
            <a:lvl4pPr marL="9874250" indent="-946150"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4pPr>
            <a:lvl5pPr marL="12696826" indent="-949324"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5pPr>
            <a:lvl6pPr marL="136112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6pPr>
            <a:lvl7pPr marL="145256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7pPr>
            <a:lvl8pPr marL="154400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8pPr>
            <a:lvl9pPr marL="163544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9pPr>
          </a:lstStyle>
          <a:p>
            <a:endParaRPr>
              <a:uFillTx/>
            </a:endParaRPr>
          </a:p>
        </p:txBody>
      </p:sp>
      <p:sp>
        <p:nvSpPr>
          <p:cNvPr id="70" name="Shape 70"/>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71" name="Shape 71"/>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72" name="Shape 72"/>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TitleAndTx">
    <p:spTree>
      <p:nvGrpSpPr>
        <p:cNvPr id="1" name="Shape 73"/>
        <p:cNvGrpSpPr/>
        <p:nvPr/>
      </p:nvGrpSpPr>
      <p:grpSpPr>
        <a:xfrm>
          <a:off x="0" y="0"/>
          <a:ext cx="0" cy="0"/>
          <a:chOff x="0" y="0"/>
          <a:chExt cx="0" cy="0"/>
        </a:xfrm>
      </p:grpSpPr>
      <p:sp>
        <p:nvSpPr>
          <p:cNvPr id="74" name="Shape 74"/>
          <p:cNvSpPr txBox="1">
            <a:spLocks noGrp="1"/>
          </p:cNvSpPr>
          <p:nvPr>
            <p:ph type="title"/>
          </p:nvPr>
        </p:nvSpPr>
        <p:spPr>
          <a:xfrm rot="5400000">
            <a:off x="22715539" y="10425112"/>
            <a:ext cx="28089222" cy="9874248"/>
          </a:xfrm>
          <a:prstGeom prst="rect">
            <a:avLst/>
          </a:prstGeom>
          <a:noFill/>
          <a:ln>
            <a:noFill/>
          </a:ln>
        </p:spPr>
        <p:txBody>
          <a:bodyPr lIns="182850" tIns="182850" rIns="182850" bIns="182850" anchor="ctr" anchorCtr="0"/>
          <a:lstStyle>
            <a:lvl1pPr algn="ctr" rtl="0">
              <a:spcBef>
                <a:spcPts val="0"/>
              </a:spcBef>
              <a:spcAft>
                <a:spcPts val="0"/>
              </a:spcAft>
              <a:defRPr sz="27200">
                <a:solidFill>
                  <a:schemeClr val="dk2"/>
                </a:solidFill>
                <a:uFillTx/>
                <a:latin typeface="Arial"/>
                <a:ea typeface="Arial"/>
                <a:cs typeface="Arial"/>
                <a:sym typeface="Arial"/>
              </a:defRPr>
            </a:lvl1pPr>
            <a:lvl2pPr algn="ctr" rtl="0">
              <a:spcBef>
                <a:spcPts val="0"/>
              </a:spcBef>
              <a:spcAft>
                <a:spcPts val="0"/>
              </a:spcAft>
              <a:defRPr sz="27200">
                <a:solidFill>
                  <a:schemeClr val="dk2"/>
                </a:solidFill>
                <a:uFillTx/>
                <a:latin typeface="Arial"/>
                <a:ea typeface="Arial"/>
                <a:cs typeface="Arial"/>
                <a:sym typeface="Arial"/>
              </a:defRPr>
            </a:lvl2pPr>
            <a:lvl3pPr algn="ctr" rtl="0">
              <a:spcBef>
                <a:spcPts val="0"/>
              </a:spcBef>
              <a:spcAft>
                <a:spcPts val="0"/>
              </a:spcAft>
              <a:defRPr sz="27200">
                <a:solidFill>
                  <a:schemeClr val="dk2"/>
                </a:solidFill>
                <a:uFillTx/>
                <a:latin typeface="Arial"/>
                <a:ea typeface="Arial"/>
                <a:cs typeface="Arial"/>
                <a:sym typeface="Arial"/>
              </a:defRPr>
            </a:lvl3pPr>
            <a:lvl4pPr algn="ctr" rtl="0">
              <a:spcBef>
                <a:spcPts val="0"/>
              </a:spcBef>
              <a:spcAft>
                <a:spcPts val="0"/>
              </a:spcAft>
              <a:defRPr sz="27200">
                <a:solidFill>
                  <a:schemeClr val="dk2"/>
                </a:solidFill>
                <a:uFillTx/>
                <a:latin typeface="Arial"/>
                <a:ea typeface="Arial"/>
                <a:cs typeface="Arial"/>
                <a:sym typeface="Arial"/>
              </a:defRPr>
            </a:lvl4pPr>
            <a:lvl5pPr algn="ctr" rtl="0">
              <a:spcBef>
                <a:spcPts val="0"/>
              </a:spcBef>
              <a:spcAft>
                <a:spcPts val="0"/>
              </a:spcAft>
              <a:defRPr sz="27200">
                <a:solidFill>
                  <a:schemeClr val="dk2"/>
                </a:solidFill>
                <a:uFillTx/>
                <a:latin typeface="Arial"/>
                <a:ea typeface="Arial"/>
                <a:cs typeface="Arial"/>
                <a:sym typeface="Arial"/>
              </a:defRPr>
            </a:lvl5pPr>
            <a:lvl6pPr marL="914400" algn="ctr" rtl="0">
              <a:spcBef>
                <a:spcPts val="0"/>
              </a:spcBef>
              <a:spcAft>
                <a:spcPts val="0"/>
              </a:spcAft>
              <a:defRPr sz="27200">
                <a:solidFill>
                  <a:schemeClr val="dk2"/>
                </a:solidFill>
                <a:uFillTx/>
                <a:latin typeface="Arial"/>
                <a:ea typeface="Arial"/>
                <a:cs typeface="Arial"/>
                <a:sym typeface="Arial"/>
              </a:defRPr>
            </a:lvl6pPr>
            <a:lvl7pPr marL="1828800" algn="ctr" rtl="0">
              <a:spcBef>
                <a:spcPts val="0"/>
              </a:spcBef>
              <a:spcAft>
                <a:spcPts val="0"/>
              </a:spcAft>
              <a:defRPr sz="27200">
                <a:solidFill>
                  <a:schemeClr val="dk2"/>
                </a:solidFill>
                <a:uFillTx/>
                <a:latin typeface="Arial"/>
                <a:ea typeface="Arial"/>
                <a:cs typeface="Arial"/>
                <a:sym typeface="Arial"/>
              </a:defRPr>
            </a:lvl7pPr>
            <a:lvl8pPr marL="2743200" algn="ctr" rtl="0">
              <a:spcBef>
                <a:spcPts val="0"/>
              </a:spcBef>
              <a:spcAft>
                <a:spcPts val="0"/>
              </a:spcAft>
              <a:defRPr sz="27200">
                <a:solidFill>
                  <a:schemeClr val="dk2"/>
                </a:solidFill>
                <a:uFillTx/>
                <a:latin typeface="Arial"/>
                <a:ea typeface="Arial"/>
                <a:cs typeface="Arial"/>
                <a:sym typeface="Arial"/>
              </a:defRPr>
            </a:lvl8pPr>
            <a:lvl9pPr marL="3657600" algn="ctr" rtl="0">
              <a:spcBef>
                <a:spcPts val="0"/>
              </a:spcBef>
              <a:spcAft>
                <a:spcPts val="0"/>
              </a:spcAft>
              <a:defRPr sz="27200">
                <a:solidFill>
                  <a:schemeClr val="dk2"/>
                </a:solidFill>
                <a:uFillTx/>
                <a:latin typeface="Arial"/>
                <a:ea typeface="Arial"/>
                <a:cs typeface="Arial"/>
                <a:sym typeface="Arial"/>
              </a:defRPr>
            </a:lvl9pPr>
          </a:lstStyle>
          <a:p>
            <a:endParaRPr>
              <a:uFillTx/>
            </a:endParaRPr>
          </a:p>
        </p:txBody>
      </p:sp>
      <p:sp>
        <p:nvSpPr>
          <p:cNvPr id="75" name="Shape 75"/>
          <p:cNvSpPr txBox="1">
            <a:spLocks noGrp="1"/>
          </p:cNvSpPr>
          <p:nvPr>
            <p:ph type="body" idx="1"/>
          </p:nvPr>
        </p:nvSpPr>
        <p:spPr>
          <a:xfrm rot="5400000">
            <a:off x="2811463" y="700086"/>
            <a:ext cx="28089222" cy="29324300"/>
          </a:xfrm>
          <a:prstGeom prst="rect">
            <a:avLst/>
          </a:prstGeom>
          <a:noFill/>
          <a:ln>
            <a:noFill/>
          </a:ln>
        </p:spPr>
        <p:txBody>
          <a:bodyPr lIns="182850" tIns="182850" rIns="182850" bIns="182850" anchor="t" anchorCtr="0"/>
          <a:lstStyle>
            <a:lvl1pPr marL="2117726" indent="-1362076" algn="l" rtl="0">
              <a:spcBef>
                <a:spcPts val="3960"/>
              </a:spcBef>
              <a:spcAft>
                <a:spcPts val="0"/>
              </a:spcAft>
              <a:buClr>
                <a:schemeClr val="dk1"/>
              </a:buClr>
              <a:buFont typeface="Arial"/>
              <a:buChar char="•"/>
              <a:defRPr sz="19800">
                <a:solidFill>
                  <a:schemeClr val="dk1"/>
                </a:solidFill>
                <a:uFillTx/>
                <a:latin typeface="Arial"/>
                <a:ea typeface="Arial"/>
                <a:cs typeface="Arial"/>
                <a:sym typeface="Arial"/>
              </a:defRPr>
            </a:lvl1pPr>
            <a:lvl2pPr marL="4584700" indent="-1111250" algn="l" rtl="0">
              <a:spcBef>
                <a:spcPts val="3440"/>
              </a:spcBef>
              <a:spcAft>
                <a:spcPts val="0"/>
              </a:spcAft>
              <a:buClr>
                <a:schemeClr val="dk1"/>
              </a:buClr>
              <a:buFont typeface="Arial"/>
              <a:buChar char="•"/>
              <a:defRPr sz="17200">
                <a:solidFill>
                  <a:schemeClr val="dk1"/>
                </a:solidFill>
                <a:uFillTx/>
                <a:latin typeface="Arial"/>
                <a:ea typeface="Arial"/>
                <a:cs typeface="Arial"/>
                <a:sym typeface="Arial"/>
              </a:defRPr>
            </a:lvl2pPr>
            <a:lvl3pPr marL="7054850" indent="-850900" algn="l" rtl="0">
              <a:spcBef>
                <a:spcPts val="2960"/>
              </a:spcBef>
              <a:spcAft>
                <a:spcPts val="0"/>
              </a:spcAft>
              <a:buClr>
                <a:schemeClr val="dk1"/>
              </a:buClr>
              <a:buFont typeface="Arial"/>
              <a:buChar char="•"/>
              <a:defRPr sz="14800">
                <a:solidFill>
                  <a:schemeClr val="dk1"/>
                </a:solidFill>
                <a:uFillTx/>
                <a:latin typeface="Arial"/>
                <a:ea typeface="Arial"/>
                <a:cs typeface="Arial"/>
                <a:sym typeface="Arial"/>
              </a:defRPr>
            </a:lvl3pPr>
            <a:lvl4pPr marL="9874250" indent="-946150"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4pPr>
            <a:lvl5pPr marL="12696826" indent="-949324"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5pPr>
            <a:lvl6pPr marL="136112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6pPr>
            <a:lvl7pPr marL="145256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7pPr>
            <a:lvl8pPr marL="154400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8pPr>
            <a:lvl9pPr marL="16354426" indent="-949326" algn="l" rtl="0">
              <a:spcBef>
                <a:spcPts val="2480"/>
              </a:spcBef>
              <a:spcAft>
                <a:spcPts val="0"/>
              </a:spcAft>
              <a:buClr>
                <a:schemeClr val="dk1"/>
              </a:buClr>
              <a:buFont typeface="Arial"/>
              <a:buChar char="•"/>
              <a:defRPr sz="12400">
                <a:solidFill>
                  <a:schemeClr val="dk1"/>
                </a:solidFill>
                <a:uFillTx/>
                <a:latin typeface="Arial"/>
                <a:ea typeface="Arial"/>
                <a:cs typeface="Arial"/>
                <a:sym typeface="Arial"/>
              </a:defRPr>
            </a:lvl9pPr>
          </a:lstStyle>
          <a:p>
            <a:endParaRPr>
              <a:uFillTx/>
            </a:endParaRPr>
          </a:p>
        </p:txBody>
      </p:sp>
      <p:sp>
        <p:nvSpPr>
          <p:cNvPr id="76" name="Shape 76"/>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77" name="Shape 77"/>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78" name="Shape 78"/>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2193925" y="1317625"/>
            <a:ext cx="39503350" cy="5486398"/>
          </a:xfrm>
          <a:prstGeom prst="rect">
            <a:avLst/>
          </a:prstGeom>
          <a:noFill/>
          <a:ln>
            <a:noFill/>
          </a:ln>
        </p:spPr>
        <p:txBody>
          <a:bodyPr lIns="182850" tIns="182850" rIns="182850" bIns="182850" anchor="ctr" anchorCtr="0"/>
          <a:lstStyle>
            <a:lvl1pPr marL="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1pPr>
            <a:lvl2pPr marL="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2pPr>
            <a:lvl3pPr marL="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3pPr>
            <a:lvl4pPr marL="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4pPr>
            <a:lvl5pPr marL="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5pPr>
            <a:lvl6pPr marL="45720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6pPr>
            <a:lvl7pPr marL="91440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7pPr>
            <a:lvl8pPr marL="137160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8pPr>
            <a:lvl9pPr marL="1828800" marR="0" indent="0" algn="ctr" rtl="0">
              <a:spcBef>
                <a:spcPts val="0"/>
              </a:spcBef>
              <a:spcAft>
                <a:spcPts val="0"/>
              </a:spcAft>
              <a:defRPr sz="13600" b="0" i="0" u="none" strike="noStrike" cap="none" baseline="0">
                <a:solidFill>
                  <a:schemeClr val="dk2"/>
                </a:solidFill>
                <a:uFillTx/>
                <a:latin typeface="Arial"/>
                <a:ea typeface="Arial"/>
                <a:cs typeface="Arial"/>
                <a:sym typeface="Arial"/>
              </a:defRPr>
            </a:lvl9pPr>
          </a:lstStyle>
          <a:p>
            <a:endParaRPr>
              <a:uFillTx/>
            </a:endParaRPr>
          </a:p>
        </p:txBody>
      </p:sp>
      <p:sp>
        <p:nvSpPr>
          <p:cNvPr id="6" name="Shape 6"/>
          <p:cNvSpPr txBox="1">
            <a:spLocks noGrp="1"/>
          </p:cNvSpPr>
          <p:nvPr>
            <p:ph type="body" idx="1"/>
          </p:nvPr>
        </p:nvSpPr>
        <p:spPr>
          <a:xfrm>
            <a:off x="2193925" y="7680325"/>
            <a:ext cx="39503350" cy="21726522"/>
          </a:xfrm>
          <a:prstGeom prst="rect">
            <a:avLst/>
          </a:prstGeom>
          <a:noFill/>
          <a:ln>
            <a:noFill/>
          </a:ln>
        </p:spPr>
        <p:txBody>
          <a:bodyPr lIns="182850" tIns="182850" rIns="182850" bIns="182850" anchor="t" anchorCtr="0"/>
          <a:lstStyle>
            <a:lvl1pPr marL="1058863" marR="0" indent="-681038" algn="l" rtl="0">
              <a:spcBef>
                <a:spcPts val="1980"/>
              </a:spcBef>
              <a:spcAft>
                <a:spcPts val="0"/>
              </a:spcAft>
              <a:buClr>
                <a:schemeClr val="dk1"/>
              </a:buClr>
              <a:buFont typeface="Arial"/>
              <a:buChar char="•"/>
              <a:defRPr sz="9900" b="0" i="0" u="none" strike="noStrike" cap="none" baseline="0">
                <a:solidFill>
                  <a:schemeClr val="dk1"/>
                </a:solidFill>
                <a:uFillTx/>
                <a:latin typeface="Arial"/>
                <a:ea typeface="Arial"/>
                <a:cs typeface="Arial"/>
                <a:sym typeface="Arial"/>
              </a:defRPr>
            </a:lvl1pPr>
            <a:lvl2pPr marL="2292350" marR="0" indent="-555625" algn="l" rtl="0">
              <a:spcBef>
                <a:spcPts val="1720"/>
              </a:spcBef>
              <a:spcAft>
                <a:spcPts val="0"/>
              </a:spcAft>
              <a:buClr>
                <a:schemeClr val="dk1"/>
              </a:buClr>
              <a:buFont typeface="Arial"/>
              <a:buChar char="•"/>
              <a:defRPr sz="8600" b="0" i="0" u="none" strike="noStrike" cap="none" baseline="0">
                <a:solidFill>
                  <a:schemeClr val="dk1"/>
                </a:solidFill>
                <a:uFillTx/>
                <a:latin typeface="Arial"/>
                <a:ea typeface="Arial"/>
                <a:cs typeface="Arial"/>
                <a:sym typeface="Arial"/>
              </a:defRPr>
            </a:lvl2pPr>
            <a:lvl3pPr marL="3527425" marR="0" indent="-425450" algn="l" rtl="0">
              <a:spcBef>
                <a:spcPts val="1480"/>
              </a:spcBef>
              <a:spcAft>
                <a:spcPts val="0"/>
              </a:spcAft>
              <a:buClr>
                <a:schemeClr val="dk1"/>
              </a:buClr>
              <a:buFont typeface="Arial"/>
              <a:buChar char="•"/>
              <a:defRPr sz="7400" b="0" i="0" u="none" strike="noStrike" cap="none" baseline="0">
                <a:solidFill>
                  <a:schemeClr val="dk1"/>
                </a:solidFill>
                <a:uFillTx/>
                <a:latin typeface="Arial"/>
                <a:ea typeface="Arial"/>
                <a:cs typeface="Arial"/>
                <a:sym typeface="Arial"/>
              </a:defRPr>
            </a:lvl3pPr>
            <a:lvl4pPr marL="4937125" marR="0" indent="-473075"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4pPr>
            <a:lvl5pPr marL="6348413" marR="0" indent="-474662"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5pPr>
            <a:lvl6pPr marL="6805613" marR="0" indent="-474663"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6pPr>
            <a:lvl7pPr marL="7262813" marR="0" indent="-474663"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7pPr>
            <a:lvl8pPr marL="7720013" marR="0" indent="-474663"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8pPr>
            <a:lvl9pPr marL="8177213" marR="0" indent="-474663" algn="l" rtl="0">
              <a:spcBef>
                <a:spcPts val="1240"/>
              </a:spcBef>
              <a:spcAft>
                <a:spcPts val="0"/>
              </a:spcAft>
              <a:buClr>
                <a:schemeClr val="dk1"/>
              </a:buClr>
              <a:buFont typeface="Arial"/>
              <a:buChar char="•"/>
              <a:defRPr sz="6200" b="0" i="0" u="none" strike="noStrike" cap="none" baseline="0">
                <a:solidFill>
                  <a:schemeClr val="dk1"/>
                </a:solidFill>
                <a:uFillTx/>
                <a:latin typeface="Arial"/>
                <a:ea typeface="Arial"/>
                <a:cs typeface="Arial"/>
                <a:sym typeface="Arial"/>
              </a:defRPr>
            </a:lvl9pPr>
          </a:lstStyle>
          <a:p>
            <a:endParaRPr>
              <a:uFillTx/>
            </a:endParaRPr>
          </a:p>
        </p:txBody>
      </p:sp>
      <p:sp>
        <p:nvSpPr>
          <p:cNvPr id="7" name="Shape 7"/>
          <p:cNvSpPr txBox="1">
            <a:spLocks noGrp="1"/>
          </p:cNvSpPr>
          <p:nvPr>
            <p:ph type="dt" idx="10"/>
          </p:nvPr>
        </p:nvSpPr>
        <p:spPr>
          <a:xfrm>
            <a:off x="2193925" y="29978350"/>
            <a:ext cx="10242550" cy="2286000"/>
          </a:xfrm>
          <a:prstGeom prst="rect">
            <a:avLst/>
          </a:prstGeom>
          <a:noFill/>
          <a:ln>
            <a:noFill/>
          </a:ln>
        </p:spPr>
        <p:txBody>
          <a:bodyPr lIns="182850" tIns="182850" rIns="182850" bIns="182850" anchor="t" anchorCtr="0"/>
          <a:lstStyle>
            <a:lvl1pPr marL="0" marR="0" indent="0" algn="l"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8" name="Shape 8"/>
          <p:cNvSpPr txBox="1">
            <a:spLocks noGrp="1"/>
          </p:cNvSpPr>
          <p:nvPr>
            <p:ph type="ftr" idx="11"/>
          </p:nvPr>
        </p:nvSpPr>
        <p:spPr>
          <a:xfrm>
            <a:off x="14995526" y="29978350"/>
            <a:ext cx="13900148" cy="2286000"/>
          </a:xfrm>
          <a:prstGeom prst="rect">
            <a:avLst/>
          </a:prstGeom>
          <a:noFill/>
          <a:ln>
            <a:noFill/>
          </a:ln>
        </p:spPr>
        <p:txBody>
          <a:bodyPr lIns="182850" tIns="182850" rIns="182850" bIns="182850" anchor="t" anchorCtr="0"/>
          <a:lstStyle>
            <a:lvl1pPr marL="0" marR="0" indent="0" algn="ct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
        <p:nvSpPr>
          <p:cNvPr id="9" name="Shape 9"/>
          <p:cNvSpPr txBox="1">
            <a:spLocks noGrp="1"/>
          </p:cNvSpPr>
          <p:nvPr>
            <p:ph type="sldNum" idx="12"/>
          </p:nvPr>
        </p:nvSpPr>
        <p:spPr>
          <a:xfrm>
            <a:off x="31454725" y="29978350"/>
            <a:ext cx="10242550" cy="2286000"/>
          </a:xfrm>
          <a:prstGeom prst="rect">
            <a:avLst/>
          </a:prstGeom>
          <a:noFill/>
          <a:ln>
            <a:noFill/>
          </a:ln>
        </p:spPr>
        <p:txBody>
          <a:bodyPr lIns="182850" tIns="182850" rIns="182850" bIns="182850" anchor="t" anchorCtr="0"/>
          <a:lstStyle>
            <a:lvl1pPr marL="0" marR="0" indent="0" algn="r" rtl="0">
              <a:defRPr sz="8600" b="0" i="0" u="none" strike="noStrike" cap="none" baseline="0">
                <a:solidFill>
                  <a:schemeClr val="dk1"/>
                </a:solidFill>
                <a:uFillTx/>
                <a:latin typeface="Arial"/>
                <a:ea typeface="Arial"/>
                <a:cs typeface="Arial"/>
                <a:sym typeface="Arial"/>
              </a:defRPr>
            </a:lvl1pPr>
            <a:lvl2pPr marL="914400" marR="0" indent="0" algn="l" rtl="0">
              <a:defRPr sz="3600" b="0" i="0" u="none" strike="noStrike" cap="none" baseline="0">
                <a:solidFill>
                  <a:schemeClr val="dk1"/>
                </a:solidFill>
                <a:uFillTx/>
                <a:latin typeface="Arial"/>
                <a:ea typeface="Arial"/>
                <a:cs typeface="Arial"/>
                <a:sym typeface="Arial"/>
              </a:defRPr>
            </a:lvl2pPr>
            <a:lvl3pPr marL="1828800" marR="0" indent="0" algn="l" rtl="0">
              <a:defRPr sz="3600" b="0" i="0" u="none" strike="noStrike" cap="none" baseline="0">
                <a:solidFill>
                  <a:schemeClr val="dk1"/>
                </a:solidFill>
                <a:uFillTx/>
                <a:latin typeface="Arial"/>
                <a:ea typeface="Arial"/>
                <a:cs typeface="Arial"/>
                <a:sym typeface="Arial"/>
              </a:defRPr>
            </a:lvl3pPr>
            <a:lvl4pPr marL="2743200" marR="0" indent="0" algn="l" rtl="0">
              <a:defRPr sz="3600" b="0" i="0" u="none" strike="noStrike" cap="none" baseline="0">
                <a:solidFill>
                  <a:schemeClr val="dk1"/>
                </a:solidFill>
                <a:uFillTx/>
                <a:latin typeface="Arial"/>
                <a:ea typeface="Arial"/>
                <a:cs typeface="Arial"/>
                <a:sym typeface="Arial"/>
              </a:defRPr>
            </a:lvl4pPr>
            <a:lvl5pPr marL="3657600" marR="0" indent="0" algn="l" rtl="0">
              <a:defRPr sz="3600" b="0" i="0" u="none" strike="noStrike" cap="none" baseline="0">
                <a:solidFill>
                  <a:schemeClr val="dk1"/>
                </a:solidFill>
                <a:uFillTx/>
                <a:latin typeface="Arial"/>
                <a:ea typeface="Arial"/>
                <a:cs typeface="Arial"/>
                <a:sym typeface="Arial"/>
              </a:defRPr>
            </a:lvl5pPr>
            <a:lvl6pPr marL="4572000" marR="0" indent="0" algn="l" rtl="0">
              <a:defRPr sz="3600" b="0" i="0" u="none" strike="noStrike" cap="none" baseline="0">
                <a:solidFill>
                  <a:schemeClr val="dk1"/>
                </a:solidFill>
                <a:uFillTx/>
                <a:latin typeface="Arial"/>
                <a:ea typeface="Arial"/>
                <a:cs typeface="Arial"/>
                <a:sym typeface="Arial"/>
              </a:defRPr>
            </a:lvl6pPr>
            <a:lvl7pPr marL="5486400" marR="0" indent="0" algn="l" rtl="0">
              <a:defRPr sz="3600" b="0" i="0" u="none" strike="noStrike" cap="none" baseline="0">
                <a:solidFill>
                  <a:schemeClr val="dk1"/>
                </a:solidFill>
                <a:uFillTx/>
                <a:latin typeface="Arial"/>
                <a:ea typeface="Arial"/>
                <a:cs typeface="Arial"/>
                <a:sym typeface="Arial"/>
              </a:defRPr>
            </a:lvl7pPr>
            <a:lvl8pPr marL="6400800" marR="0" indent="0" algn="l" rtl="0">
              <a:defRPr sz="3600" b="0" i="0" u="none" strike="noStrike" cap="none" baseline="0">
                <a:solidFill>
                  <a:schemeClr val="dk1"/>
                </a:solidFill>
                <a:uFillTx/>
                <a:latin typeface="Arial"/>
                <a:ea typeface="Arial"/>
                <a:cs typeface="Arial"/>
                <a:sym typeface="Arial"/>
              </a:defRPr>
            </a:lvl8pPr>
            <a:lvl9pPr marL="7315200" marR="0" indent="0" algn="l" rtl="0">
              <a:defRPr sz="3600" b="0" i="0" u="none" strike="noStrike" cap="none" baseline="0">
                <a:solidFill>
                  <a:schemeClr val="dk1"/>
                </a:solidFill>
                <a:uFillTx/>
                <a:latin typeface="Arial"/>
                <a:ea typeface="Arial"/>
                <a:cs typeface="Arial"/>
                <a:sym typeface="Arial"/>
              </a:defRPr>
            </a:lvl9pPr>
          </a:lstStyle>
          <a:p>
            <a:endParaRPr>
              <a:uFillTx/>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1pPr>
      <a:lvl2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1pPr>
      <a:lvl2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2pPr>
      <a:lvl3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3pPr>
      <a:lvl4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4pPr>
      <a:lvl5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5pPr>
      <a:lvl6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6pPr>
      <a:lvl7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7pPr>
      <a:lvl8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8pPr>
      <a:lvl9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1pPr>
      <a:lvl2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2pPr>
      <a:lvl3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3pPr>
      <a:lvl4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4pPr>
      <a:lvl5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5pPr>
      <a:lvl6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6pPr>
      <a:lvl7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7pPr>
      <a:lvl8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8pPr>
      <a:lvl9pPr marR="0" algn="l" rtl="0">
        <a:lnSpc>
          <a:spcPct val="100000"/>
        </a:lnSpc>
        <a:spcBef>
          <a:spcPts val="0"/>
        </a:spcBef>
        <a:spcAft>
          <a:spcPts val="0"/>
        </a:spcAft>
        <a:buNone/>
        <a:defRPr sz="2800" b="0" i="0" u="none" strike="noStrike" cap="none" baseline="0">
          <a:solidFill>
            <a:srgbClr val="000000"/>
          </a:solidFill>
          <a:uFillTx/>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i.org/10.1109/tits.2020.3029006.%20Accessed%2019%20Apr.%202023" TargetMode="External"/><Relationship Id="rId7"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hyperlink" Target="https://segment-anything.com/" TargetMode="External"/><Relationship Id="rId4" Type="http://schemas.openxmlformats.org/officeDocument/2006/relationships/hyperlink" Target="https://openai.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6" name="Shape 86"/>
          <p:cNvSpPr txBox="1">
            <a:spLocks/>
          </p:cNvSpPr>
          <p:nvPr/>
        </p:nvSpPr>
        <p:spPr>
          <a:xfrm>
            <a:off x="869223" y="7260280"/>
            <a:ext cx="12161520" cy="4634770"/>
          </a:xfrm>
          <a:prstGeom prst="rect">
            <a:avLst/>
          </a:prstGeom>
          <a:noFill/>
          <a:ln>
            <a:noFill/>
          </a:ln>
        </p:spPr>
        <p:txBody>
          <a:bodyPr lIns="182850" tIns="91400" rIns="182850" bIns="91400" anchor="t" anchorCtr="0">
            <a:noAutofit/>
          </a:bodyPr>
          <a:lstStyle/>
          <a:p>
            <a:r>
              <a:rPr lang="en-US" sz="1600" dirty="0">
                <a:uFillTx/>
              </a:rPr>
              <a:t>Slippery floors due to spilled water pose a serious risk of falls and injuries. In this study, we propose a hybrid classification system for detecting water spills on floors using Convolutional Neural Networks (CNN) combined with traditional computer vision techniques. The system is designed to collect floor image data with a webcam at different heights, angles, and brightness levels, ensuring robustness and generalization. The dataset, comprising four classes with varying complexities, is then used to train a CNN model.</a:t>
            </a:r>
          </a:p>
          <a:p>
            <a:endParaRPr lang="en-US" sz="1600" dirty="0">
              <a:uFillTx/>
            </a:endParaRPr>
          </a:p>
          <a:p>
            <a:r>
              <a:rPr lang="en-US" sz="1600" dirty="0">
                <a:uFillTx/>
              </a:rPr>
              <a:t>The pure CNN model achieved 98% accuracy on simple backgrounds, but only 94% on complex textures, and 504). By applying Gaussian blur and Canny edge detection as pre-processing techniques, the CNN model's performance improved, reaching 90% accuracy on class 3 and 80% on class 4, which represent complex background scenarios and the full scale background with other objects. The study also compared the performance with Segment Anything Model (SAM) and YOLO, where SAM showed promising results in segmenting clear edge spills, and YOLO could not classify spills using the original COCO dataset.</a:t>
            </a:r>
          </a:p>
          <a:p>
            <a:endParaRPr lang="en-US" sz="1600" dirty="0">
              <a:uFillTx/>
            </a:endParaRPr>
          </a:p>
          <a:p>
            <a:r>
              <a:rPr lang="en-US" sz="1600" dirty="0">
                <a:uFillTx/>
              </a:rPr>
              <a:t>In the future, the trained model will be integrated with existing public security camera systems to capture spilled water and alert workers to clean up in a timely manner. The collected dataset will be made publicly available for further research in water detection through images. Enhancements to the data collection process, such as testing with different backgrounds, lighting, and angles, are has the potential to reduce the risk of falls and injuries caused by slippery floors, thus enhancing safety in public spaces.</a:t>
            </a:r>
          </a:p>
        </p:txBody>
      </p:sp>
      <p:sp>
        <p:nvSpPr>
          <p:cNvPr id="89" name="Shape 89"/>
          <p:cNvSpPr txBox="1">
            <a:spLocks/>
          </p:cNvSpPr>
          <p:nvPr/>
        </p:nvSpPr>
        <p:spPr>
          <a:xfrm>
            <a:off x="807268" y="12849603"/>
            <a:ext cx="12194250" cy="4982287"/>
          </a:xfrm>
          <a:prstGeom prst="rect">
            <a:avLst/>
          </a:prstGeom>
          <a:noFill/>
          <a:ln>
            <a:noFill/>
          </a:ln>
        </p:spPr>
        <p:txBody>
          <a:bodyPr lIns="182850" tIns="91400" rIns="182850" bIns="91400" anchor="t" anchorCtr="0">
            <a:noAutofit/>
          </a:bodyPr>
          <a:lstStyle/>
          <a:p>
            <a:pPr lvl="0">
              <a:buSzPct val="25000"/>
            </a:pPr>
            <a:r>
              <a:rPr lang="en-US" sz="1600" b="1" dirty="0">
                <a:solidFill>
                  <a:schemeClr val="dk1"/>
                </a:solidFill>
                <a:uFillTx/>
              </a:rPr>
              <a:t>Data Collection Equipment:</a:t>
            </a:r>
          </a:p>
          <a:p>
            <a:pPr lvl="0">
              <a:buSzPct val="25000"/>
            </a:pPr>
            <a:r>
              <a:rPr lang="en-US" sz="1600" dirty="0">
                <a:solidFill>
                  <a:schemeClr val="dk1"/>
                </a:solidFill>
                <a:uFillTx/>
              </a:rPr>
              <a:t>    The data collection process involved using a webcam mounted on a wheelchair to capture floor images. The OBS software was used to take screenshots of the floor at a fixed angle and height.</a:t>
            </a:r>
          </a:p>
          <a:p>
            <a:pPr lvl="0">
              <a:buSzPct val="25000"/>
            </a:pPr>
            <a:endParaRPr lang="en-US" sz="1600" b="1" dirty="0">
              <a:solidFill>
                <a:schemeClr val="dk1"/>
              </a:solidFill>
              <a:uFillTx/>
            </a:endParaRPr>
          </a:p>
          <a:p>
            <a:pPr lvl="0">
              <a:buSzPct val="25000"/>
            </a:pPr>
            <a:r>
              <a:rPr lang="en-US" sz="1600" b="1" dirty="0">
                <a:solidFill>
                  <a:schemeClr val="dk1"/>
                </a:solidFill>
                <a:uFillTx/>
              </a:rPr>
              <a:t>Data Collection Environment:</a:t>
            </a:r>
          </a:p>
          <a:p>
            <a:pPr lvl="0">
              <a:buSzPct val="25000"/>
            </a:pPr>
            <a:r>
              <a:rPr lang="en-US" sz="1600" dirty="0">
                <a:solidFill>
                  <a:schemeClr val="dk1"/>
                </a:solidFill>
                <a:uFillTx/>
              </a:rPr>
              <a:t>    The floor images were collected from two different environments. A cafeteria was chosen to capture complex background images, while a pure black background was used for simple background images. </a:t>
            </a:r>
          </a:p>
          <a:p>
            <a:pPr lvl="0">
              <a:buSzPct val="25000"/>
            </a:pPr>
            <a:endParaRPr lang="en-US" sz="1600" dirty="0">
              <a:solidFill>
                <a:schemeClr val="dk1"/>
              </a:solidFill>
              <a:uFillTx/>
            </a:endParaRPr>
          </a:p>
          <a:p>
            <a:pPr lvl="0">
              <a:buSzPct val="25000"/>
            </a:pPr>
            <a:r>
              <a:rPr lang="en-US" sz="1600" b="1" dirty="0">
                <a:solidFill>
                  <a:schemeClr val="dk1"/>
                </a:solidFill>
                <a:uFillTx/>
              </a:rPr>
              <a:t>Data Classification and Class Settings:</a:t>
            </a:r>
          </a:p>
          <a:p>
            <a:pPr lvl="0">
              <a:buSzPct val="25000"/>
            </a:pPr>
            <a:r>
              <a:rPr lang="en-US" sz="1600" dirty="0">
                <a:solidFill>
                  <a:schemeClr val="dk1"/>
                </a:solidFill>
                <a:uFillTx/>
              </a:rPr>
              <a:t>    The collected dataset was divided into four classes based on the complexity of the environment and the presence of water spills. The images were labeled as either 'water' or 'no water' to train the model for binary classification. The class settings were as follows:</a:t>
            </a:r>
          </a:p>
          <a:p>
            <a:pPr lvl="0">
              <a:buSzPct val="25000"/>
            </a:pPr>
            <a:endParaRPr lang="en-US" altLang="zh-CN" sz="800" dirty="0">
              <a:solidFill>
                <a:schemeClr val="dk1"/>
              </a:solidFill>
            </a:endParaRPr>
          </a:p>
        </p:txBody>
      </p:sp>
      <p:sp>
        <p:nvSpPr>
          <p:cNvPr id="107" name="Shape 107"/>
          <p:cNvSpPr>
            <a:spLocks/>
          </p:cNvSpPr>
          <p:nvPr/>
        </p:nvSpPr>
        <p:spPr>
          <a:xfrm>
            <a:off x="8740136" y="3329046"/>
            <a:ext cx="27645825" cy="1219198"/>
          </a:xfrm>
          <a:prstGeom prst="rect">
            <a:avLst/>
          </a:prstGeom>
          <a:noFill/>
          <a:ln>
            <a:noFill/>
          </a:ln>
        </p:spPr>
        <p:txBody>
          <a:bodyPr lIns="182850" tIns="91400" rIns="182850" bIns="91400" anchor="t" anchorCtr="0">
            <a:noAutofit/>
          </a:bodyPr>
          <a:lstStyle/>
          <a:p>
            <a:pPr algn="ctr">
              <a:spcBef>
                <a:spcPts val="1120"/>
              </a:spcBef>
              <a:buSzPct val="25000"/>
            </a:pPr>
            <a:r>
              <a:rPr lang="en-US" altLang="zh-CN" sz="4400" b="1" dirty="0">
                <a:solidFill>
                  <a:schemeClr val="dk1"/>
                </a:solidFill>
                <a:uFillTx/>
              </a:rPr>
              <a:t>First </a:t>
            </a:r>
            <a:r>
              <a:rPr lang="en-US" altLang="zh-CN" sz="4400" b="1" dirty="0" err="1">
                <a:solidFill>
                  <a:schemeClr val="dk1"/>
                </a:solidFill>
                <a:uFillTx/>
              </a:rPr>
              <a:t>LastName</a:t>
            </a:r>
            <a:r>
              <a:rPr lang="en-US" altLang="zh-CN" sz="4400" b="1" dirty="0">
                <a:solidFill>
                  <a:schemeClr val="dk1"/>
                </a:solidFill>
                <a:uFillTx/>
              </a:rPr>
              <a:t>, </a:t>
            </a:r>
            <a:r>
              <a:rPr lang="en-US" altLang="zh-CN" sz="4000" b="1" dirty="0">
                <a:solidFill>
                  <a:schemeClr val="dk1"/>
                </a:solidFill>
                <a:uFillTx/>
              </a:rPr>
              <a:t>MSCS Candidate</a:t>
            </a:r>
            <a:r>
              <a:rPr lang="en-US" altLang="zh-CN" sz="4400" b="1" dirty="0">
                <a:solidFill>
                  <a:schemeClr val="dk1"/>
                </a:solidFill>
                <a:uFillTx/>
              </a:rPr>
              <a:t>; First Last, </a:t>
            </a:r>
            <a:r>
              <a:rPr lang="en-US" altLang="zh-CN" sz="4000" b="1" dirty="0">
                <a:solidFill>
                  <a:schemeClr val="dk1"/>
                </a:solidFill>
                <a:uFillTx/>
              </a:rPr>
              <a:t>MSCS Candidate</a:t>
            </a:r>
            <a:r>
              <a:rPr lang="en-US" altLang="zh-CN" sz="4400" b="1" dirty="0">
                <a:solidFill>
                  <a:schemeClr val="dk1"/>
                </a:solidFill>
                <a:uFillTx/>
              </a:rPr>
              <a:t>; … , CJ Chung, </a:t>
            </a:r>
            <a:r>
              <a:rPr lang="en-US" altLang="zh-CN" sz="4000" b="1" dirty="0">
                <a:solidFill>
                  <a:schemeClr val="dk1"/>
                </a:solidFill>
                <a:uFillTx/>
              </a:rPr>
              <a:t>PhD, Professor</a:t>
            </a:r>
            <a:endParaRPr lang="en-US" sz="4400" b="1" baseline="30000" dirty="0">
              <a:solidFill>
                <a:schemeClr val="dk1"/>
              </a:solidFill>
              <a:uFillTx/>
            </a:endParaRPr>
          </a:p>
        </p:txBody>
      </p:sp>
      <p:sp>
        <p:nvSpPr>
          <p:cNvPr id="108" name="Shape 108"/>
          <p:cNvSpPr>
            <a:spLocks/>
          </p:cNvSpPr>
          <p:nvPr/>
        </p:nvSpPr>
        <p:spPr>
          <a:xfrm>
            <a:off x="28821434" y="6233872"/>
            <a:ext cx="1417320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EXPERIMENTAL RESULTS</a:t>
            </a:r>
          </a:p>
        </p:txBody>
      </p:sp>
      <p:sp>
        <p:nvSpPr>
          <p:cNvPr id="109" name="Shape 109"/>
          <p:cNvSpPr>
            <a:spLocks/>
          </p:cNvSpPr>
          <p:nvPr/>
        </p:nvSpPr>
        <p:spPr>
          <a:xfrm>
            <a:off x="918337" y="11671345"/>
            <a:ext cx="1216152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INTRODUCTION</a:t>
            </a:r>
          </a:p>
        </p:txBody>
      </p:sp>
      <p:sp>
        <p:nvSpPr>
          <p:cNvPr id="110" name="Shape 110"/>
          <p:cNvSpPr>
            <a:spLocks/>
          </p:cNvSpPr>
          <p:nvPr/>
        </p:nvSpPr>
        <p:spPr>
          <a:xfrm>
            <a:off x="918337" y="6233872"/>
            <a:ext cx="1216152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ABSTRACT</a:t>
            </a:r>
          </a:p>
        </p:txBody>
      </p:sp>
      <p:sp>
        <p:nvSpPr>
          <p:cNvPr id="111" name="Shape 111"/>
          <p:cNvSpPr>
            <a:spLocks/>
          </p:cNvSpPr>
          <p:nvPr/>
        </p:nvSpPr>
        <p:spPr>
          <a:xfrm>
            <a:off x="28821434" y="19147188"/>
            <a:ext cx="1417320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latin typeface="Times New Roman"/>
                <a:ea typeface="Times New Roman"/>
                <a:cs typeface="Times New Roman"/>
                <a:sym typeface="Times New Roman"/>
              </a:rPr>
              <a:t>SUMMARY, </a:t>
            </a:r>
            <a:r>
              <a:rPr lang="en-US" sz="4800" b="1" dirty="0">
                <a:solidFill>
                  <a:schemeClr val="lt1"/>
                </a:solidFill>
                <a:uFillTx/>
                <a:latin typeface="Times New Roman"/>
                <a:ea typeface="Times New Roman"/>
                <a:cs typeface="Times New Roman"/>
                <a:sym typeface="Times New Roman"/>
              </a:rPr>
              <a:t>DISCUSSION, and/or Conclusion</a:t>
            </a:r>
          </a:p>
        </p:txBody>
      </p:sp>
      <p:sp>
        <p:nvSpPr>
          <p:cNvPr id="82" name="Shape 82"/>
          <p:cNvSpPr txBox="1">
            <a:spLocks/>
          </p:cNvSpPr>
          <p:nvPr/>
        </p:nvSpPr>
        <p:spPr>
          <a:xfrm>
            <a:off x="9752327" y="697626"/>
            <a:ext cx="24529278" cy="2095732"/>
          </a:xfrm>
          <a:prstGeom prst="rect">
            <a:avLst/>
          </a:prstGeom>
          <a:noFill/>
          <a:ln>
            <a:noFill/>
          </a:ln>
        </p:spPr>
        <p:txBody>
          <a:bodyPr lIns="182850" tIns="91400" rIns="182850" bIns="91400" anchor="t" anchorCtr="0">
            <a:noAutofit/>
          </a:bodyPr>
          <a:lstStyle/>
          <a:p>
            <a:pPr algn="ctr">
              <a:buSzPct val="25000"/>
            </a:pPr>
            <a:r>
              <a:rPr lang="en-US" sz="6800" b="1" dirty="0">
                <a:solidFill>
                  <a:schemeClr val="dk1"/>
                </a:solidFill>
                <a:uFillTx/>
              </a:rPr>
              <a:t>Deep Learning-Based Spilled Water Detection on Floors Using Convolutional Neural Networks</a:t>
            </a:r>
          </a:p>
        </p:txBody>
      </p:sp>
      <p:sp>
        <p:nvSpPr>
          <p:cNvPr id="83" name="Shape 83"/>
          <p:cNvSpPr>
            <a:spLocks/>
          </p:cNvSpPr>
          <p:nvPr/>
        </p:nvSpPr>
        <p:spPr>
          <a:xfrm>
            <a:off x="7174796" y="4304350"/>
            <a:ext cx="30599593" cy="1168400"/>
          </a:xfrm>
          <a:prstGeom prst="rect">
            <a:avLst/>
          </a:prstGeom>
          <a:noFill/>
          <a:ln>
            <a:noFill/>
          </a:ln>
        </p:spPr>
        <p:txBody>
          <a:bodyPr lIns="182850" tIns="91400" rIns="182850" bIns="91400" anchor="t" anchorCtr="0">
            <a:noAutofit/>
          </a:bodyPr>
          <a:lstStyle/>
          <a:p>
            <a:pPr lvl="0" algn="ctr">
              <a:buSzPct val="25000"/>
            </a:pPr>
            <a:r>
              <a:rPr lang="en-US" altLang="zh-CN" sz="4800" b="1" dirty="0">
                <a:solidFill>
                  <a:schemeClr val="dk1"/>
                </a:solidFill>
                <a:uFillTx/>
                <a:latin typeface="Times New Roman"/>
                <a:ea typeface="Times New Roman"/>
                <a:cs typeface="Times New Roman"/>
                <a:sym typeface="Times New Roman"/>
              </a:rPr>
              <a:t>College of Arts </a:t>
            </a:r>
            <a:r>
              <a:rPr lang="en-US" altLang="zh-CN" sz="4800" b="1" dirty="0">
                <a:solidFill>
                  <a:schemeClr val="dk1"/>
                </a:solidFill>
                <a:latin typeface="Times New Roman"/>
                <a:ea typeface="Times New Roman"/>
                <a:cs typeface="Times New Roman"/>
                <a:sym typeface="Times New Roman"/>
              </a:rPr>
              <a:t>&amp; Science, </a:t>
            </a:r>
            <a:r>
              <a:rPr lang="en-US" sz="4800" b="1" dirty="0">
                <a:solidFill>
                  <a:schemeClr val="dk1"/>
                </a:solidFill>
                <a:uFillTx/>
                <a:latin typeface="Times New Roman"/>
                <a:ea typeface="Times New Roman"/>
                <a:cs typeface="Times New Roman"/>
                <a:sym typeface="Times New Roman"/>
              </a:rPr>
              <a:t>Lawrence Technological University</a:t>
            </a:r>
          </a:p>
          <a:p>
            <a:pPr algn="ctr">
              <a:buSzPct val="25000"/>
            </a:pPr>
            <a:endParaRPr lang="en-US" sz="4800" b="1" dirty="0">
              <a:solidFill>
                <a:schemeClr val="dk1"/>
              </a:solidFill>
              <a:uFillTx/>
              <a:latin typeface="Times New Roman"/>
              <a:ea typeface="Times New Roman"/>
              <a:cs typeface="Times New Roman"/>
              <a:sym typeface="Times New Roman"/>
            </a:endParaRPr>
          </a:p>
        </p:txBody>
      </p:sp>
      <p:sp>
        <p:nvSpPr>
          <p:cNvPr id="27" name="Shape 109">
            <a:extLst>
              <a:ext uri="{FF2B5EF4-FFF2-40B4-BE49-F238E27FC236}">
                <a16:creationId xmlns:a16="http://schemas.microsoft.com/office/drawing/2014/main" id="{19A1BB74-9284-B951-D273-4CF5F639F658}"/>
              </a:ext>
            </a:extLst>
          </p:cNvPr>
          <p:cNvSpPr>
            <a:spLocks/>
          </p:cNvSpPr>
          <p:nvPr/>
        </p:nvSpPr>
        <p:spPr>
          <a:xfrm>
            <a:off x="839998" y="17997666"/>
            <a:ext cx="1216152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RESEARCH GOALS</a:t>
            </a:r>
          </a:p>
        </p:txBody>
      </p:sp>
      <p:sp>
        <p:nvSpPr>
          <p:cNvPr id="28" name="Shape 89">
            <a:extLst>
              <a:ext uri="{FF2B5EF4-FFF2-40B4-BE49-F238E27FC236}">
                <a16:creationId xmlns:a16="http://schemas.microsoft.com/office/drawing/2014/main" id="{76C16C50-AA83-DD6A-C572-E431AB6508AD}"/>
              </a:ext>
            </a:extLst>
          </p:cNvPr>
          <p:cNvSpPr txBox="1">
            <a:spLocks/>
          </p:cNvSpPr>
          <p:nvPr/>
        </p:nvSpPr>
        <p:spPr>
          <a:xfrm>
            <a:off x="28821434" y="7382488"/>
            <a:ext cx="14262498" cy="7250364"/>
          </a:xfrm>
          <a:prstGeom prst="rect">
            <a:avLst/>
          </a:prstGeom>
          <a:noFill/>
          <a:ln>
            <a:noFill/>
          </a:ln>
        </p:spPr>
        <p:txBody>
          <a:bodyPr lIns="182850" tIns="91400" rIns="182850" bIns="91400" anchor="t" anchorCtr="0">
            <a:noAutofit/>
          </a:bodyPr>
          <a:lstStyle/>
          <a:p>
            <a:pPr lvl="0">
              <a:buSzPct val="25000"/>
            </a:pPr>
            <a:r>
              <a:rPr lang="en-US" sz="1600" b="1" dirty="0">
                <a:solidFill>
                  <a:schemeClr val="dk1"/>
                </a:solidFill>
                <a:uFillTx/>
              </a:rPr>
              <a:t>Kernel Test Table</a:t>
            </a:r>
            <a:r>
              <a:rPr lang="en-US" sz="1600" dirty="0">
                <a:solidFill>
                  <a:schemeClr val="dk1"/>
                </a:solidFill>
                <a:uFillTx/>
              </a:rPr>
              <a:t>:</a:t>
            </a:r>
          </a:p>
          <a:p>
            <a:pPr lvl="0">
              <a:buSzPct val="25000"/>
            </a:pPr>
            <a:r>
              <a:rPr lang="en-US" sz="1600" dirty="0">
                <a:solidFill>
                  <a:schemeClr val="dk1"/>
                </a:solidFill>
                <a:uFillTx/>
              </a:rPr>
              <a:t>    In the kernel test table, the red area represents instances where the model failed to classify due to a high test loss. The orange area indicates failure in classification as no features were extracted. The yellow area shows acceptable performance but requires further tuning, while the green area represents good results that can be chosen. The 7x7/4x4 kernel size was selected due to its balance between training performance and resulting accuracy.</a:t>
            </a:r>
          </a:p>
          <a:p>
            <a:pPr lvl="0">
              <a:buSzPct val="25000"/>
            </a:pPr>
            <a:endParaRPr lang="en-US" sz="1600" dirty="0">
              <a:solidFill>
                <a:schemeClr val="dk1"/>
              </a:solidFill>
              <a:uFillTx/>
            </a:endParaRPr>
          </a:p>
          <a:p>
            <a:pPr lvl="0">
              <a:buSzPct val="25000"/>
            </a:pPr>
            <a:r>
              <a:rPr lang="en-US" sz="1600" b="1" dirty="0">
                <a:solidFill>
                  <a:schemeClr val="dk1"/>
                </a:solidFill>
                <a:uFillTx/>
              </a:rPr>
              <a:t>Test Performance on Different Classes:</a:t>
            </a:r>
          </a:p>
          <a:p>
            <a:pPr lvl="0">
              <a:buSzPct val="25000"/>
            </a:pPr>
            <a:r>
              <a:rPr lang="en-US" sz="1600" dirty="0">
                <a:solidFill>
                  <a:schemeClr val="dk1"/>
                </a:solidFill>
                <a:uFillTx/>
              </a:rPr>
              <a:t>    The results from the tests on different classes are as follows:</a:t>
            </a:r>
          </a:p>
          <a:p>
            <a:pPr lvl="0">
              <a:buSzPct val="25000"/>
            </a:pPr>
            <a:endParaRPr lang="en-US" sz="1600" dirty="0">
              <a:solidFill>
                <a:schemeClr val="dk1"/>
              </a:solidFill>
              <a:uFillTx/>
            </a:endParaRPr>
          </a:p>
          <a:p>
            <a:pPr lvl="0">
              <a:buSzPct val="25000"/>
            </a:pPr>
            <a:r>
              <a:rPr lang="en-US" sz="1600" dirty="0">
                <a:solidFill>
                  <a:schemeClr val="dk1"/>
                </a:solidFill>
                <a:uFillTx/>
              </a:rPr>
              <a:t>	a. Simple Background Classification (Class 1 and Class 2):</a:t>
            </a:r>
          </a:p>
          <a:p>
            <a:pPr lvl="0">
              <a:buSzPct val="25000"/>
            </a:pPr>
            <a:r>
              <a:rPr lang="en-US" sz="1600" dirty="0">
                <a:solidFill>
                  <a:schemeClr val="dk1"/>
                </a:solidFill>
                <a:uFillTx/>
              </a:rPr>
              <a:t>		The Pure CNN model performed well on both one-shot and few-shot learning tasks, demonstrating that CNN can effectively detect spilled water in simple background scenarios.</a:t>
            </a:r>
          </a:p>
          <a:p>
            <a:pPr lvl="0">
              <a:buSzPct val="25000"/>
            </a:pPr>
            <a:endParaRPr lang="en-US" sz="1600" dirty="0">
              <a:solidFill>
                <a:schemeClr val="dk1"/>
              </a:solidFill>
              <a:uFillTx/>
            </a:endParaRPr>
          </a:p>
          <a:p>
            <a:pPr lvl="0">
              <a:buSzPct val="25000"/>
            </a:pPr>
            <a:r>
              <a:rPr lang="en-US" sz="1600" dirty="0">
                <a:solidFill>
                  <a:schemeClr val="dk1"/>
                </a:solidFill>
                <a:uFillTx/>
              </a:rPr>
              <a:t>	b. Complex Background Classification (Class 3):</a:t>
            </a:r>
          </a:p>
          <a:p>
            <a:pPr lvl="0">
              <a:buSzPct val="25000"/>
            </a:pPr>
            <a:r>
              <a:rPr lang="en-US" sz="1600" dirty="0">
                <a:solidFill>
                  <a:schemeClr val="dk1"/>
                </a:solidFill>
                <a:uFillTx/>
              </a:rPr>
              <a:t>		Both the fine-tuned kernel CNN and the CNN assisted with traditional computer vision algorithms (TC) were able to detect spilled water on complex backgrounds, even when only water or no water was present.</a:t>
            </a:r>
          </a:p>
          <a:p>
            <a:pPr lvl="0">
              <a:buSzPct val="25000"/>
            </a:pPr>
            <a:endParaRPr lang="en-US" sz="1600" dirty="0">
              <a:solidFill>
                <a:schemeClr val="dk1"/>
              </a:solidFill>
              <a:uFillTx/>
            </a:endParaRPr>
          </a:p>
          <a:p>
            <a:pPr lvl="0">
              <a:buSzPct val="25000"/>
            </a:pPr>
            <a:r>
              <a:rPr lang="en-US" sz="1600" dirty="0">
                <a:solidFill>
                  <a:schemeClr val="dk1"/>
                </a:solidFill>
                <a:uFillTx/>
              </a:rPr>
              <a:t>	c. Large Scale Complex Background with Other Objects (Class 4):</a:t>
            </a:r>
          </a:p>
          <a:p>
            <a:pPr lvl="0">
              <a:buSzPct val="25000"/>
            </a:pPr>
            <a:r>
              <a:rPr lang="en-US" sz="1600" dirty="0">
                <a:solidFill>
                  <a:schemeClr val="dk1"/>
                </a:solidFill>
                <a:uFillTx/>
              </a:rPr>
              <a:t>		The Pure CNN model achieved a test accuracy of 88%, while the CNN+TC model had a test accuracy of 58%. However, both models had high loss values (0.88 for Pure CNN and 1.12 for CNN+TC), which suggests that further optimization is required for real-world scenarios.</a:t>
            </a:r>
          </a:p>
          <a:p>
            <a:pPr lvl="0">
              <a:buSzPct val="25000"/>
            </a:pPr>
            <a:endParaRPr lang="en-US" sz="1600" dirty="0">
              <a:solidFill>
                <a:schemeClr val="dk1"/>
              </a:solidFill>
              <a:uFillTx/>
            </a:endParaRPr>
          </a:p>
          <a:p>
            <a:pPr lvl="0">
              <a:buSzPct val="25000"/>
            </a:pPr>
            <a:r>
              <a:rPr lang="en-US" sz="1600" dirty="0">
                <a:solidFill>
                  <a:schemeClr val="dk1"/>
                </a:solidFill>
                <a:uFillTx/>
              </a:rPr>
              <a:t>	d. Cross Test Performance:</a:t>
            </a:r>
          </a:p>
          <a:p>
            <a:pPr lvl="0">
              <a:buSzPct val="25000"/>
            </a:pPr>
            <a:r>
              <a:rPr lang="en-US" sz="1600" dirty="0">
                <a:solidFill>
                  <a:schemeClr val="dk1"/>
                </a:solidFill>
                <a:uFillTx/>
              </a:rPr>
              <a:t>		Models trained on Class 1 and Class 2 data failed to classify correctly on Class 4 images, indicating their inability to generalize to complex, large-scale scenarios. Models trained on Class 3 data exhibited high loss when applied to other classes, suggesting that these models might be overfitting to the specific complexities of Class 3 data, and thus require further investigation and optimization to improve their generalization capabilities.</a:t>
            </a:r>
          </a:p>
        </p:txBody>
      </p:sp>
      <p:sp>
        <p:nvSpPr>
          <p:cNvPr id="29" name="Shape 109">
            <a:extLst>
              <a:ext uri="{FF2B5EF4-FFF2-40B4-BE49-F238E27FC236}">
                <a16:creationId xmlns:a16="http://schemas.microsoft.com/office/drawing/2014/main" id="{02D18130-65DC-8EDB-7B73-6CBDF3595FAD}"/>
              </a:ext>
            </a:extLst>
          </p:cNvPr>
          <p:cNvSpPr>
            <a:spLocks/>
          </p:cNvSpPr>
          <p:nvPr/>
        </p:nvSpPr>
        <p:spPr>
          <a:xfrm>
            <a:off x="28878352" y="24686829"/>
            <a:ext cx="1417320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altLang="zh-CN" sz="4800" b="1" dirty="0">
                <a:solidFill>
                  <a:schemeClr val="lt1"/>
                </a:solidFill>
                <a:uFillTx/>
                <a:latin typeface="Times New Roman"/>
                <a:ea typeface="Times New Roman"/>
                <a:cs typeface="Times New Roman"/>
                <a:sym typeface="Times New Roman"/>
              </a:rPr>
              <a:t>FUTURE WORK</a:t>
            </a:r>
          </a:p>
        </p:txBody>
      </p:sp>
      <p:sp>
        <p:nvSpPr>
          <p:cNvPr id="31" name="Shape 109">
            <a:extLst>
              <a:ext uri="{FF2B5EF4-FFF2-40B4-BE49-F238E27FC236}">
                <a16:creationId xmlns:a16="http://schemas.microsoft.com/office/drawing/2014/main" id="{0115EFD8-5A08-6902-78D9-AF53D18E9BA1}"/>
              </a:ext>
            </a:extLst>
          </p:cNvPr>
          <p:cNvSpPr>
            <a:spLocks/>
          </p:cNvSpPr>
          <p:nvPr/>
        </p:nvSpPr>
        <p:spPr>
          <a:xfrm>
            <a:off x="28889239" y="29132341"/>
            <a:ext cx="1417320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REFERENCES</a:t>
            </a:r>
          </a:p>
        </p:txBody>
      </p:sp>
      <p:sp>
        <p:nvSpPr>
          <p:cNvPr id="35" name="Shape 93">
            <a:extLst>
              <a:ext uri="{FF2B5EF4-FFF2-40B4-BE49-F238E27FC236}">
                <a16:creationId xmlns:a16="http://schemas.microsoft.com/office/drawing/2014/main" id="{1C2182DB-80EC-6776-D27B-E3892AEF1753}"/>
              </a:ext>
            </a:extLst>
          </p:cNvPr>
          <p:cNvSpPr txBox="1">
            <a:spLocks/>
          </p:cNvSpPr>
          <p:nvPr/>
        </p:nvSpPr>
        <p:spPr>
          <a:xfrm>
            <a:off x="28917176" y="25904187"/>
            <a:ext cx="14316802" cy="2709864"/>
          </a:xfrm>
          <a:prstGeom prst="rect">
            <a:avLst/>
          </a:prstGeom>
          <a:noFill/>
          <a:ln>
            <a:noFill/>
          </a:ln>
        </p:spPr>
        <p:txBody>
          <a:bodyPr lIns="182850" tIns="91400" rIns="182850" bIns="91400" anchor="t" anchorCtr="0">
            <a:noAutofit/>
          </a:bodyPr>
          <a:lstStyle/>
          <a:p>
            <a:pPr>
              <a:buSzPct val="25000"/>
            </a:pPr>
            <a:r>
              <a:rPr lang="en-US" sz="1500" dirty="0">
                <a:solidFill>
                  <a:schemeClr val="dk1"/>
                </a:solidFill>
                <a:uFillTx/>
              </a:rPr>
              <a:t>Based on the findings and limitations of the current study, several areas of future work can be explored to enhance the performance and applicability of the water spill detection system:</a:t>
            </a:r>
          </a:p>
          <a:p>
            <a:pPr>
              <a:buSzPct val="25000"/>
            </a:pPr>
            <a:endParaRPr lang="en-US" sz="1500" dirty="0">
              <a:solidFill>
                <a:schemeClr val="dk1"/>
              </a:solidFill>
              <a:uFillTx/>
            </a:endParaRPr>
          </a:p>
          <a:p>
            <a:pPr>
              <a:buSzPct val="25000"/>
            </a:pPr>
            <a:r>
              <a:rPr lang="en-US" sz="1500" b="1" dirty="0">
                <a:solidFill>
                  <a:schemeClr val="dk1"/>
                </a:solidFill>
                <a:uFillTx/>
              </a:rPr>
              <a:t>Diverse Data Collection: </a:t>
            </a:r>
            <a:r>
              <a:rPr lang="en-US" sz="1500" dirty="0">
                <a:solidFill>
                  <a:schemeClr val="dk1"/>
                </a:solidFill>
                <a:uFillTx/>
              </a:rPr>
              <a:t>Collecting more diverse data from various environments, including different floor types, lighting conditions, and spill materials, will help improve the model's robustness and generalization capabilities. It will also enable the system to handle a broader range of real-world scenarios.</a:t>
            </a:r>
          </a:p>
          <a:p>
            <a:pPr>
              <a:buSzPct val="25000"/>
            </a:pPr>
            <a:endParaRPr lang="en-US" sz="1500" dirty="0">
              <a:solidFill>
                <a:schemeClr val="dk1"/>
              </a:solidFill>
              <a:uFillTx/>
            </a:endParaRPr>
          </a:p>
          <a:p>
            <a:pPr>
              <a:buSzPct val="25000"/>
            </a:pPr>
            <a:r>
              <a:rPr lang="en-US" sz="1500" b="1" dirty="0">
                <a:solidFill>
                  <a:schemeClr val="dk1"/>
                </a:solidFill>
                <a:uFillTx/>
              </a:rPr>
              <a:t>Improved Pre-processing Techniques: </a:t>
            </a:r>
            <a:r>
              <a:rPr lang="en-US" sz="1500" dirty="0">
                <a:solidFill>
                  <a:schemeClr val="dk1"/>
                </a:solidFill>
                <a:uFillTx/>
              </a:rPr>
              <a:t>Investigating advanced pre-processing techniques or deep learning architectures that can handle low-contrast images and better preserve details while reducing noise is crucial. This will help improve the system's performance in complex backgrounds and low brightness and contrast situations.</a:t>
            </a:r>
          </a:p>
          <a:p>
            <a:pPr>
              <a:buSzPct val="25000"/>
            </a:pPr>
            <a:endParaRPr lang="en-US" sz="1500" dirty="0">
              <a:solidFill>
                <a:schemeClr val="dk1"/>
              </a:solidFill>
              <a:uFillTx/>
            </a:endParaRPr>
          </a:p>
          <a:p>
            <a:pPr>
              <a:buSzPct val="25000"/>
            </a:pPr>
            <a:r>
              <a:rPr lang="en-US" sz="1500" b="1" dirty="0">
                <a:solidFill>
                  <a:schemeClr val="dk1"/>
                </a:solidFill>
                <a:uFillTx/>
              </a:rPr>
              <a:t>Model Optimization: </a:t>
            </a:r>
            <a:r>
              <a:rPr lang="en-US" sz="1500" dirty="0">
                <a:solidFill>
                  <a:schemeClr val="dk1"/>
                </a:solidFill>
                <a:uFillTx/>
              </a:rPr>
              <a:t>Experimenting with different CNN architectures and hyperparameter tuning can help enhance.</a:t>
            </a:r>
          </a:p>
        </p:txBody>
      </p:sp>
      <p:sp>
        <p:nvSpPr>
          <p:cNvPr id="38" name="Shape 93">
            <a:extLst>
              <a:ext uri="{FF2B5EF4-FFF2-40B4-BE49-F238E27FC236}">
                <a16:creationId xmlns:a16="http://schemas.microsoft.com/office/drawing/2014/main" id="{F5BE60A8-B89D-6FD6-60A8-F514ACB714F1}"/>
              </a:ext>
            </a:extLst>
          </p:cNvPr>
          <p:cNvSpPr txBox="1">
            <a:spLocks/>
          </p:cNvSpPr>
          <p:nvPr/>
        </p:nvSpPr>
        <p:spPr>
          <a:xfrm>
            <a:off x="28821434" y="30328387"/>
            <a:ext cx="14194693" cy="2088774"/>
          </a:xfrm>
          <a:prstGeom prst="rect">
            <a:avLst/>
          </a:prstGeom>
          <a:noFill/>
          <a:ln>
            <a:noFill/>
          </a:ln>
        </p:spPr>
        <p:txBody>
          <a:bodyPr lIns="182850" tIns="91400" rIns="182850" bIns="91400" anchor="t" anchorCtr="0">
            <a:noAutofit/>
          </a:bodyPr>
          <a:lstStyle/>
          <a:p>
            <a:pPr marL="457200" indent="-457200">
              <a:lnSpc>
                <a:spcPct val="200000"/>
              </a:lnSpc>
            </a:pPr>
            <a:r>
              <a:rPr lang="en-US" altLang="zh-CN" sz="900" dirty="0">
                <a:solidFill>
                  <a:srgbClr val="000000"/>
                </a:solidFill>
                <a:effectLst/>
                <a:latin typeface="+mj-lt"/>
              </a:rPr>
              <a:t>1. Barrow, H G, and Michael Brady. Computer Vision. Amsterdam, North-Holland, 1984.</a:t>
            </a:r>
          </a:p>
          <a:p>
            <a:pPr marL="457200" indent="-457200">
              <a:lnSpc>
                <a:spcPct val="200000"/>
              </a:lnSpc>
            </a:pPr>
            <a:r>
              <a:rPr lang="en-US" altLang="zh-CN" sz="900" dirty="0">
                <a:solidFill>
                  <a:srgbClr val="000000"/>
                </a:solidFill>
                <a:effectLst/>
                <a:latin typeface="+mj-lt"/>
              </a:rPr>
              <a:t>2. </a:t>
            </a:r>
            <a:r>
              <a:rPr lang="en-US" altLang="zh-CN" sz="900" dirty="0" err="1">
                <a:solidFill>
                  <a:srgbClr val="000000"/>
                </a:solidFill>
                <a:effectLst/>
                <a:latin typeface="+mj-lt"/>
              </a:rPr>
              <a:t>Qiao</a:t>
            </a:r>
            <a:r>
              <a:rPr lang="en-US" altLang="zh-CN" sz="900" dirty="0">
                <a:solidFill>
                  <a:srgbClr val="000000"/>
                </a:solidFill>
                <a:effectLst/>
                <a:latin typeface="+mj-lt"/>
              </a:rPr>
              <a:t>, Jian-Jun, et al. “</a:t>
            </a:r>
            <a:r>
              <a:rPr lang="en-US" altLang="zh-CN" sz="900" dirty="0" err="1">
                <a:solidFill>
                  <a:srgbClr val="000000"/>
                </a:solidFill>
                <a:effectLst/>
                <a:latin typeface="+mj-lt"/>
              </a:rPr>
              <a:t>SWNet</a:t>
            </a:r>
            <a:r>
              <a:rPr lang="en-US" altLang="zh-CN" sz="900" dirty="0">
                <a:solidFill>
                  <a:srgbClr val="000000"/>
                </a:solidFill>
                <a:effectLst/>
                <a:latin typeface="+mj-lt"/>
              </a:rPr>
              <a:t>: A Deep Learning Based Approach for Splashed Water Detection on Road.” IEEE Transactions on Intelligent Transportation Systems, vol. 23, no. 4, Apr. 2022, pp. 3012–3025, </a:t>
            </a:r>
            <a:r>
              <a:rPr lang="en-US" altLang="zh-CN" sz="900" dirty="0">
                <a:solidFill>
                  <a:srgbClr val="000000"/>
                </a:solidFill>
                <a:effectLst/>
                <a:latin typeface="+mj-lt"/>
                <a:hlinkClick r:id="rId3"/>
              </a:rPr>
              <a:t>https://doi.org/10.1109/tits.2020.3029006. Accessed 19 Apr. 2023</a:t>
            </a:r>
            <a:r>
              <a:rPr lang="en-US" altLang="zh-CN" sz="900" dirty="0">
                <a:solidFill>
                  <a:srgbClr val="000000"/>
                </a:solidFill>
                <a:effectLst/>
                <a:latin typeface="+mj-lt"/>
              </a:rPr>
              <a:t>.</a:t>
            </a:r>
          </a:p>
          <a:p>
            <a:pPr marL="457200" indent="-457200">
              <a:lnSpc>
                <a:spcPct val="200000"/>
              </a:lnSpc>
            </a:pPr>
            <a:r>
              <a:rPr lang="en-US" sz="900" dirty="0">
                <a:uFillTx/>
                <a:latin typeface="+mj-lt"/>
              </a:rPr>
              <a:t>3. </a:t>
            </a:r>
            <a:r>
              <a:rPr lang="en-US" sz="900" dirty="0" err="1">
                <a:uFillTx/>
                <a:latin typeface="+mj-lt"/>
              </a:rPr>
              <a:t>OpenAI</a:t>
            </a:r>
            <a:r>
              <a:rPr lang="en-US" sz="900" dirty="0">
                <a:uFillTx/>
                <a:latin typeface="+mj-lt"/>
              </a:rPr>
              <a:t>. (2023). </a:t>
            </a:r>
            <a:r>
              <a:rPr lang="en-US" sz="900" dirty="0" err="1">
                <a:uFillTx/>
                <a:latin typeface="+mj-lt"/>
              </a:rPr>
              <a:t>ChatGPT</a:t>
            </a:r>
            <a:r>
              <a:rPr lang="en-US" sz="900" dirty="0">
                <a:uFillTx/>
                <a:latin typeface="+mj-lt"/>
              </a:rPr>
              <a:t> [Computer software]. </a:t>
            </a:r>
            <a:r>
              <a:rPr lang="en-US" sz="900" dirty="0">
                <a:uFillTx/>
                <a:latin typeface="+mj-lt"/>
                <a:hlinkClick r:id="rId4"/>
              </a:rPr>
              <a:t>https://openai.com/</a:t>
            </a:r>
            <a:endParaRPr lang="en-US" sz="900" dirty="0">
              <a:uFillTx/>
              <a:latin typeface="+mj-lt"/>
            </a:endParaRPr>
          </a:p>
          <a:p>
            <a:pPr marL="457200" indent="-457200">
              <a:lnSpc>
                <a:spcPct val="200000"/>
              </a:lnSpc>
            </a:pPr>
            <a:r>
              <a:rPr lang="en-US" sz="900" dirty="0">
                <a:solidFill>
                  <a:schemeClr val="dk1"/>
                </a:solidFill>
                <a:latin typeface="+mj-lt"/>
              </a:rPr>
              <a:t>4. META. </a:t>
            </a:r>
            <a:r>
              <a:rPr lang="en-US" altLang="zh-CN" sz="900" dirty="0">
                <a:solidFill>
                  <a:schemeClr val="dk1"/>
                </a:solidFill>
                <a:latin typeface="+mj-lt"/>
              </a:rPr>
              <a:t>(2023) </a:t>
            </a:r>
            <a:r>
              <a:rPr lang="en-US" sz="900" dirty="0">
                <a:solidFill>
                  <a:schemeClr val="dk1"/>
                </a:solidFill>
                <a:latin typeface="+mj-lt"/>
              </a:rPr>
              <a:t>Segment Anything Model(SAM). </a:t>
            </a:r>
            <a:r>
              <a:rPr lang="en-US" altLang="zh-CN" sz="900" dirty="0">
                <a:uFillTx/>
                <a:latin typeface="+mj-lt"/>
              </a:rPr>
              <a:t>[Computer software].  </a:t>
            </a:r>
            <a:r>
              <a:rPr lang="en-US" altLang="zh-CN" sz="900" dirty="0">
                <a:uFillTx/>
                <a:latin typeface="+mj-lt"/>
                <a:hlinkClick r:id="rId5"/>
              </a:rPr>
              <a:t>https://segment-anything.com/</a:t>
            </a:r>
            <a:endParaRPr lang="en-US" altLang="zh-CN" sz="900" dirty="0">
              <a:uFillTx/>
              <a:latin typeface="+mj-lt"/>
            </a:endParaRPr>
          </a:p>
        </p:txBody>
      </p:sp>
      <p:pic>
        <p:nvPicPr>
          <p:cNvPr id="6" name="Picture 5">
            <a:extLst>
              <a:ext uri="{FF2B5EF4-FFF2-40B4-BE49-F238E27FC236}">
                <a16:creationId xmlns:a16="http://schemas.microsoft.com/office/drawing/2014/main" id="{9C55A712-2C24-4BDE-B729-C1B14EFFFF35}"/>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24000" y="1214258"/>
            <a:ext cx="7512392" cy="3423709"/>
          </a:xfrm>
          <a:prstGeom prst="rect">
            <a:avLst/>
          </a:prstGeom>
        </p:spPr>
      </p:pic>
      <p:pic>
        <p:nvPicPr>
          <p:cNvPr id="9" name="Picture 8">
            <a:extLst>
              <a:ext uri="{FF2B5EF4-FFF2-40B4-BE49-F238E27FC236}">
                <a16:creationId xmlns:a16="http://schemas.microsoft.com/office/drawing/2014/main" id="{2C7C3E42-D0EF-4BC0-8ECE-7A290692B77F}"/>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8131335" y="1008827"/>
            <a:ext cx="3657600" cy="3657600"/>
          </a:xfrm>
          <a:prstGeom prst="rect">
            <a:avLst/>
          </a:prstGeom>
        </p:spPr>
      </p:pic>
      <p:sp>
        <p:nvSpPr>
          <p:cNvPr id="59" name="Shape 109">
            <a:extLst>
              <a:ext uri="{FF2B5EF4-FFF2-40B4-BE49-F238E27FC236}">
                <a16:creationId xmlns:a16="http://schemas.microsoft.com/office/drawing/2014/main" id="{A899D12D-E4CD-4452-87C3-7F6F36B6D9AB}"/>
              </a:ext>
            </a:extLst>
          </p:cNvPr>
          <p:cNvSpPr>
            <a:spLocks/>
          </p:cNvSpPr>
          <p:nvPr/>
        </p:nvSpPr>
        <p:spPr>
          <a:xfrm>
            <a:off x="807268" y="23048446"/>
            <a:ext cx="1216152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METHODS</a:t>
            </a:r>
          </a:p>
        </p:txBody>
      </p:sp>
      <p:sp>
        <p:nvSpPr>
          <p:cNvPr id="60" name="Shape 109">
            <a:extLst>
              <a:ext uri="{FF2B5EF4-FFF2-40B4-BE49-F238E27FC236}">
                <a16:creationId xmlns:a16="http://schemas.microsoft.com/office/drawing/2014/main" id="{3B0AA7A1-A43F-4B77-8524-0AB41400E496}"/>
              </a:ext>
            </a:extLst>
          </p:cNvPr>
          <p:cNvSpPr>
            <a:spLocks/>
          </p:cNvSpPr>
          <p:nvPr/>
        </p:nvSpPr>
        <p:spPr>
          <a:xfrm>
            <a:off x="13846687" y="6233872"/>
            <a:ext cx="14173200" cy="1005840"/>
          </a:xfrm>
          <a:prstGeom prst="rect">
            <a:avLst/>
          </a:prstGeom>
          <a:solidFill>
            <a:srgbClr val="005A92"/>
          </a:solidFill>
          <a:ln>
            <a:noFill/>
          </a:ln>
        </p:spPr>
        <p:txBody>
          <a:bodyPr lIns="182850" tIns="91400" rIns="182850" bIns="91400" anchor="ctr" anchorCtr="0">
            <a:noAutofit/>
          </a:bodyPr>
          <a:lstStyle/>
          <a:p>
            <a:pPr algn="ctr">
              <a:buSzPct val="25000"/>
            </a:pPr>
            <a:r>
              <a:rPr lang="en-US" sz="4800" b="1" dirty="0">
                <a:solidFill>
                  <a:schemeClr val="lt1"/>
                </a:solidFill>
                <a:uFillTx/>
                <a:latin typeface="Times New Roman"/>
                <a:ea typeface="Times New Roman"/>
                <a:cs typeface="Times New Roman"/>
                <a:sym typeface="Times New Roman"/>
              </a:rPr>
              <a:t>DESIGN? (create proper section name)</a:t>
            </a:r>
          </a:p>
        </p:txBody>
      </p:sp>
      <p:sp>
        <p:nvSpPr>
          <p:cNvPr id="62" name="Shape 93">
            <a:extLst>
              <a:ext uri="{FF2B5EF4-FFF2-40B4-BE49-F238E27FC236}">
                <a16:creationId xmlns:a16="http://schemas.microsoft.com/office/drawing/2014/main" id="{37889E24-97D4-4413-A9DF-40D886688FF8}"/>
              </a:ext>
            </a:extLst>
          </p:cNvPr>
          <p:cNvSpPr txBox="1">
            <a:spLocks/>
          </p:cNvSpPr>
          <p:nvPr/>
        </p:nvSpPr>
        <p:spPr>
          <a:xfrm>
            <a:off x="28723866" y="20526930"/>
            <a:ext cx="14316802" cy="2709864"/>
          </a:xfrm>
          <a:prstGeom prst="rect">
            <a:avLst/>
          </a:prstGeom>
          <a:noFill/>
          <a:ln>
            <a:noFill/>
          </a:ln>
        </p:spPr>
        <p:txBody>
          <a:bodyPr lIns="182850" tIns="91400" rIns="182850" bIns="91400" anchor="t" anchorCtr="0">
            <a:noAutofit/>
          </a:bodyPr>
          <a:lstStyle/>
          <a:p>
            <a:pPr>
              <a:buSzPct val="25000"/>
            </a:pPr>
            <a:r>
              <a:rPr lang="en-US" sz="1500" dirty="0" err="1">
                <a:solidFill>
                  <a:schemeClr val="dk1"/>
                </a:solidFill>
                <a:uFillTx/>
              </a:rPr>
              <a:t>Asda</a:t>
            </a:r>
            <a:r>
              <a:rPr lang="en-US" sz="1500" dirty="0">
                <a:solidFill>
                  <a:schemeClr val="dk1"/>
                </a:solidFill>
                <a:uFillTx/>
              </a:rPr>
              <a:t> </a:t>
            </a:r>
            <a:r>
              <a:rPr lang="en-US" sz="1500" dirty="0" err="1">
                <a:solidFill>
                  <a:schemeClr val="dk1"/>
                </a:solidFill>
                <a:uFillTx/>
              </a:rPr>
              <a:t>sdf</a:t>
            </a:r>
            <a:r>
              <a:rPr lang="en-US" sz="1500" dirty="0">
                <a:solidFill>
                  <a:schemeClr val="dk1"/>
                </a:solidFill>
                <a:uFillTx/>
              </a:rPr>
              <a:t> s  </a:t>
            </a:r>
            <a:r>
              <a:rPr lang="en-US" sz="1500" dirty="0" err="1">
                <a:solidFill>
                  <a:schemeClr val="dk1"/>
                </a:solidFill>
                <a:uFillTx/>
              </a:rPr>
              <a:t>sdfsdfsf</a:t>
            </a:r>
            <a:r>
              <a:rPr lang="en-US" sz="1500" dirty="0">
                <a:solidFill>
                  <a:schemeClr val="dk1"/>
                </a:solidFill>
                <a:uFillTx/>
              </a:rPr>
              <a:t> </a:t>
            </a:r>
            <a:r>
              <a:rPr lang="en-US" sz="1500" dirty="0" err="1">
                <a:solidFill>
                  <a:schemeClr val="dk1"/>
                </a:solidFill>
                <a:uFillTx/>
              </a:rPr>
              <a:t>sd</a:t>
            </a:r>
            <a:r>
              <a:rPr lang="en-US" sz="1500" dirty="0">
                <a:solidFill>
                  <a:schemeClr val="dk1"/>
                </a:solidFill>
                <a:uFillTx/>
              </a:rPr>
              <a:t>          </a:t>
            </a:r>
            <a:r>
              <a:rPr lang="en-US" sz="1500" dirty="0" err="1">
                <a:solidFill>
                  <a:schemeClr val="dk1"/>
                </a:solidFill>
                <a:uFillTx/>
              </a:rPr>
              <a:t>sdfsfdsf</a:t>
            </a:r>
            <a:r>
              <a:rPr lang="en-US" sz="1500" dirty="0">
                <a:solidFill>
                  <a:schemeClr val="dk1"/>
                </a:solidFill>
                <a:uFillTx/>
              </a:rPr>
              <a:t> </a:t>
            </a:r>
            <a:r>
              <a:rPr lang="en-US" sz="1500" dirty="0" err="1">
                <a:solidFill>
                  <a:schemeClr val="dk1"/>
                </a:solidFill>
                <a:uFillTx/>
              </a:rPr>
              <a:t>sdfsfsf</a:t>
            </a:r>
            <a:r>
              <a:rPr lang="en-US" sz="1500" dirty="0">
                <a:solidFill>
                  <a:schemeClr val="dk1"/>
                </a:solidFill>
                <a:uFillTx/>
              </a:rPr>
              <a:t>        </a:t>
            </a:r>
            <a:r>
              <a:rPr lang="en-US" sz="1500" dirty="0" err="1">
                <a:solidFill>
                  <a:schemeClr val="dk1"/>
                </a:solidFill>
                <a:uFillTx/>
              </a:rPr>
              <a:t>sdfsdfsdf</a:t>
            </a:r>
            <a:r>
              <a:rPr lang="en-US" sz="1500" dirty="0">
                <a:solidFill>
                  <a:schemeClr val="dk1"/>
                </a:solidFill>
                <a:uFillTx/>
              </a:rPr>
              <a:t> </a:t>
            </a:r>
            <a:r>
              <a:rPr lang="en-US" sz="1500" dirty="0" err="1">
                <a:solidFill>
                  <a:schemeClr val="dk1"/>
                </a:solidFill>
                <a:uFillTx/>
              </a:rPr>
              <a:t>qwr</a:t>
            </a:r>
            <a:r>
              <a:rPr lang="en-US" sz="1500" dirty="0">
                <a:solidFill>
                  <a:schemeClr val="dk1"/>
                </a:solidFill>
                <a:uFillTx/>
              </a:rPr>
              <a:t> </a:t>
            </a:r>
            <a:r>
              <a:rPr lang="en-US" sz="1500" dirty="0" err="1">
                <a:solidFill>
                  <a:schemeClr val="dk1"/>
                </a:solidFill>
                <a:uFillTx/>
              </a:rPr>
              <a:t>qer</a:t>
            </a:r>
            <a:r>
              <a:rPr lang="en-US" sz="1500" dirty="0">
                <a:solidFill>
                  <a:schemeClr val="dk1"/>
                </a:solidFill>
                <a:uFillTx/>
              </a:rPr>
              <a:t> s df s df </a:t>
            </a:r>
            <a:r>
              <a:rPr lang="en-US" sz="1500" dirty="0" err="1">
                <a:solidFill>
                  <a:schemeClr val="dk1"/>
                </a:solidFill>
                <a:uFillTx/>
              </a:rPr>
              <a:t>sgs</a:t>
            </a:r>
            <a:r>
              <a:rPr lang="en-US" sz="1500" dirty="0">
                <a:solidFill>
                  <a:schemeClr val="dk1"/>
                </a:solidFill>
                <a:uFillTx/>
              </a:rPr>
              <a:t>  d g </a:t>
            </a:r>
            <a:r>
              <a:rPr lang="en-US" sz="1500" dirty="0" err="1">
                <a:solidFill>
                  <a:schemeClr val="dk1"/>
                </a:solidFill>
                <a:uFillTx/>
              </a:rPr>
              <a:t>gfdg</a:t>
            </a:r>
            <a:endParaRPr lang="en-US" sz="1500" dirty="0">
              <a:solidFill>
                <a:schemeClr val="dk1"/>
              </a:solidFill>
              <a:uFillTx/>
            </a:endParaRPr>
          </a:p>
        </p:txBody>
      </p:sp>
      <p:sp>
        <p:nvSpPr>
          <p:cNvPr id="63" name="Shape 93">
            <a:extLst>
              <a:ext uri="{FF2B5EF4-FFF2-40B4-BE49-F238E27FC236}">
                <a16:creationId xmlns:a16="http://schemas.microsoft.com/office/drawing/2014/main" id="{7B451504-9949-45C8-87B3-4EE25F3A255D}"/>
              </a:ext>
            </a:extLst>
          </p:cNvPr>
          <p:cNvSpPr txBox="1">
            <a:spLocks/>
          </p:cNvSpPr>
          <p:nvPr/>
        </p:nvSpPr>
        <p:spPr>
          <a:xfrm>
            <a:off x="13703085" y="7610584"/>
            <a:ext cx="14316802" cy="2709864"/>
          </a:xfrm>
          <a:prstGeom prst="rect">
            <a:avLst/>
          </a:prstGeom>
          <a:noFill/>
          <a:ln>
            <a:noFill/>
          </a:ln>
        </p:spPr>
        <p:txBody>
          <a:bodyPr lIns="182850" tIns="91400" rIns="182850" bIns="91400" anchor="t" anchorCtr="0">
            <a:noAutofit/>
          </a:bodyPr>
          <a:lstStyle/>
          <a:p>
            <a:pPr>
              <a:buSzPct val="25000"/>
            </a:pPr>
            <a:r>
              <a:rPr lang="en-US" sz="1500" dirty="0" err="1">
                <a:solidFill>
                  <a:schemeClr val="dk1"/>
                </a:solidFill>
                <a:uFillTx/>
              </a:rPr>
              <a:t>Asda</a:t>
            </a:r>
            <a:r>
              <a:rPr lang="en-US" sz="1500" dirty="0">
                <a:solidFill>
                  <a:schemeClr val="dk1"/>
                </a:solidFill>
                <a:uFillTx/>
              </a:rPr>
              <a:t> </a:t>
            </a:r>
            <a:r>
              <a:rPr lang="en-US" sz="1500" dirty="0" err="1">
                <a:solidFill>
                  <a:schemeClr val="dk1"/>
                </a:solidFill>
                <a:uFillTx/>
              </a:rPr>
              <a:t>sdf</a:t>
            </a:r>
            <a:r>
              <a:rPr lang="en-US" sz="1500" dirty="0">
                <a:solidFill>
                  <a:schemeClr val="dk1"/>
                </a:solidFill>
                <a:uFillTx/>
              </a:rPr>
              <a:t> s  </a:t>
            </a:r>
            <a:r>
              <a:rPr lang="en-US" sz="1500" dirty="0" err="1">
                <a:solidFill>
                  <a:schemeClr val="dk1"/>
                </a:solidFill>
                <a:uFillTx/>
              </a:rPr>
              <a:t>sdfsdfsf</a:t>
            </a:r>
            <a:r>
              <a:rPr lang="en-US" sz="1500" dirty="0">
                <a:solidFill>
                  <a:schemeClr val="dk1"/>
                </a:solidFill>
                <a:uFillTx/>
              </a:rPr>
              <a:t> </a:t>
            </a:r>
            <a:r>
              <a:rPr lang="en-US" sz="1500" dirty="0" err="1">
                <a:solidFill>
                  <a:schemeClr val="dk1"/>
                </a:solidFill>
                <a:uFillTx/>
              </a:rPr>
              <a:t>sd</a:t>
            </a:r>
            <a:r>
              <a:rPr lang="en-US" sz="1500" dirty="0">
                <a:solidFill>
                  <a:schemeClr val="dk1"/>
                </a:solidFill>
                <a:uFillTx/>
              </a:rPr>
              <a:t>          </a:t>
            </a:r>
            <a:r>
              <a:rPr lang="en-US" sz="1500" dirty="0" err="1">
                <a:solidFill>
                  <a:schemeClr val="dk1"/>
                </a:solidFill>
                <a:uFillTx/>
              </a:rPr>
              <a:t>sdfsfdsf</a:t>
            </a:r>
            <a:r>
              <a:rPr lang="en-US" sz="1500" dirty="0">
                <a:solidFill>
                  <a:schemeClr val="dk1"/>
                </a:solidFill>
                <a:uFillTx/>
              </a:rPr>
              <a:t> </a:t>
            </a:r>
            <a:r>
              <a:rPr lang="en-US" sz="1500" dirty="0" err="1">
                <a:solidFill>
                  <a:schemeClr val="dk1"/>
                </a:solidFill>
                <a:uFillTx/>
              </a:rPr>
              <a:t>sdfsfsf</a:t>
            </a:r>
            <a:r>
              <a:rPr lang="en-US" sz="1500" dirty="0">
                <a:solidFill>
                  <a:schemeClr val="dk1"/>
                </a:solidFill>
                <a:uFillTx/>
              </a:rPr>
              <a:t>        </a:t>
            </a:r>
            <a:r>
              <a:rPr lang="en-US" sz="1500" dirty="0" err="1">
                <a:solidFill>
                  <a:schemeClr val="dk1"/>
                </a:solidFill>
                <a:uFillTx/>
              </a:rPr>
              <a:t>sdfsdfsdf</a:t>
            </a:r>
            <a:r>
              <a:rPr lang="en-US" sz="1500" dirty="0">
                <a:solidFill>
                  <a:schemeClr val="dk1"/>
                </a:solidFill>
                <a:uFillTx/>
              </a:rPr>
              <a:t> </a:t>
            </a:r>
            <a:r>
              <a:rPr lang="en-US" sz="1500" dirty="0" err="1">
                <a:solidFill>
                  <a:schemeClr val="dk1"/>
                </a:solidFill>
                <a:uFillTx/>
              </a:rPr>
              <a:t>qwr</a:t>
            </a:r>
            <a:r>
              <a:rPr lang="en-US" sz="1500" dirty="0">
                <a:solidFill>
                  <a:schemeClr val="dk1"/>
                </a:solidFill>
                <a:uFillTx/>
              </a:rPr>
              <a:t> </a:t>
            </a:r>
            <a:r>
              <a:rPr lang="en-US" sz="1500" dirty="0" err="1">
                <a:solidFill>
                  <a:schemeClr val="dk1"/>
                </a:solidFill>
                <a:uFillTx/>
              </a:rPr>
              <a:t>qer</a:t>
            </a:r>
            <a:r>
              <a:rPr lang="en-US" sz="1500" dirty="0">
                <a:solidFill>
                  <a:schemeClr val="dk1"/>
                </a:solidFill>
                <a:uFillTx/>
              </a:rPr>
              <a:t> s df s df </a:t>
            </a:r>
            <a:r>
              <a:rPr lang="en-US" sz="1500" dirty="0" err="1">
                <a:solidFill>
                  <a:schemeClr val="dk1"/>
                </a:solidFill>
                <a:uFillTx/>
              </a:rPr>
              <a:t>sgs</a:t>
            </a:r>
            <a:r>
              <a:rPr lang="en-US" sz="1500" dirty="0">
                <a:solidFill>
                  <a:schemeClr val="dk1"/>
                </a:solidFill>
                <a:uFillTx/>
              </a:rPr>
              <a:t>  d g </a:t>
            </a:r>
            <a:r>
              <a:rPr lang="en-US" sz="1500" dirty="0" err="1">
                <a:solidFill>
                  <a:schemeClr val="dk1"/>
                </a:solidFill>
                <a:uFillTx/>
              </a:rPr>
              <a:t>gfdg</a:t>
            </a:r>
            <a:endParaRPr lang="en-US" sz="1500" dirty="0">
              <a:solidFill>
                <a:schemeClr val="dk1"/>
              </a:solidFill>
              <a:uFillTx/>
            </a:endParaRPr>
          </a:p>
        </p:txBody>
      </p:sp>
      <p:sp>
        <p:nvSpPr>
          <p:cNvPr id="65" name="Shape 86">
            <a:extLst>
              <a:ext uri="{FF2B5EF4-FFF2-40B4-BE49-F238E27FC236}">
                <a16:creationId xmlns:a16="http://schemas.microsoft.com/office/drawing/2014/main" id="{15AD4941-30BF-4013-AE63-0BF60378F5C4}"/>
              </a:ext>
            </a:extLst>
          </p:cNvPr>
          <p:cNvSpPr txBox="1">
            <a:spLocks/>
          </p:cNvSpPr>
          <p:nvPr/>
        </p:nvSpPr>
        <p:spPr>
          <a:xfrm>
            <a:off x="716576" y="19253340"/>
            <a:ext cx="12167094" cy="3225660"/>
          </a:xfrm>
          <a:prstGeom prst="rect">
            <a:avLst/>
          </a:prstGeom>
          <a:noFill/>
          <a:ln>
            <a:noFill/>
          </a:ln>
        </p:spPr>
        <p:txBody>
          <a:bodyPr lIns="182850" tIns="91400" rIns="182850" bIns="91400" anchor="t" anchorCtr="0">
            <a:noAutofit/>
          </a:bodyPr>
          <a:lstStyle/>
          <a:p>
            <a:r>
              <a:rPr lang="en-US" sz="1600" dirty="0" err="1">
                <a:uFillTx/>
              </a:rPr>
              <a:t>Sxcxc</a:t>
            </a:r>
            <a:r>
              <a:rPr lang="en-US" sz="1600" dirty="0">
                <a:uFillTx/>
              </a:rPr>
              <a:t> </a:t>
            </a:r>
            <a:r>
              <a:rPr lang="en-US" sz="1600" dirty="0" err="1">
                <a:uFillTx/>
              </a:rPr>
              <a:t>xcvx</a:t>
            </a:r>
            <a:r>
              <a:rPr lang="en-US" sz="1600" dirty="0">
                <a:uFillTx/>
              </a:rPr>
              <a:t>    </a:t>
            </a:r>
            <a:r>
              <a:rPr lang="en-US" sz="1600" dirty="0" err="1">
                <a:uFillTx/>
              </a:rPr>
              <a:t>xvcxcvxv</a:t>
            </a:r>
            <a:r>
              <a:rPr lang="en-US" sz="1600" dirty="0">
                <a:uFillTx/>
              </a:rPr>
              <a:t>  </a:t>
            </a:r>
            <a:r>
              <a:rPr lang="en-US" sz="1600" dirty="0" err="1">
                <a:uFillTx/>
              </a:rPr>
              <a:t>lippery</a:t>
            </a:r>
            <a:r>
              <a:rPr lang="en-US" sz="1600" dirty="0">
                <a:uFillTx/>
              </a:rPr>
              <a:t> floors due to spilled water pose a serious risk of falls and injuries. In this study, we propose a hybrid classification system for detecting water spills on floors using Convolutional Neural Networks (CNN) combined with traditional computer vision techniques. The system is designed to collect floor image data with a webcam at different heights, angles, and brightness levels, ensuring robustness and generalization. The dataset, comprising four classes with varying complexities, is then used to train a CNN model.</a:t>
            </a:r>
          </a:p>
          <a:p>
            <a:endParaRPr lang="en-US" sz="1600" dirty="0">
              <a:uFillTx/>
            </a:endParaRPr>
          </a:p>
          <a:p>
            <a:endParaRPr lang="en-US" sz="1600" dirty="0">
              <a:uFillTx/>
            </a:endParaRPr>
          </a:p>
          <a:p>
            <a:r>
              <a:rPr lang="en-US" sz="1600" dirty="0">
                <a:uFillTx/>
              </a:rPr>
              <a:t>In the future, the trained model will be integrated with existing public security camera systems to capture spilled water and alert workers to clean up in a timely manner. The collected dataset will be made publicly available for further research in water detection through images. Enhancements to the data collection process, such as testing with different backgrounds, lighting, and angles, are has the potential to reduce the risk of falls and injuries caused by slippery floors, thus enhancing safety in public spaces.</a:t>
            </a:r>
          </a:p>
        </p:txBody>
      </p:sp>
      <p:sp>
        <p:nvSpPr>
          <p:cNvPr id="67" name="Shape 86">
            <a:extLst>
              <a:ext uri="{FF2B5EF4-FFF2-40B4-BE49-F238E27FC236}">
                <a16:creationId xmlns:a16="http://schemas.microsoft.com/office/drawing/2014/main" id="{0D3B7573-F9DB-4A78-81B2-A6BE8761DA4D}"/>
              </a:ext>
            </a:extLst>
          </p:cNvPr>
          <p:cNvSpPr txBox="1">
            <a:spLocks/>
          </p:cNvSpPr>
          <p:nvPr/>
        </p:nvSpPr>
        <p:spPr>
          <a:xfrm>
            <a:off x="807268" y="24291357"/>
            <a:ext cx="12097631" cy="3225660"/>
          </a:xfrm>
          <a:prstGeom prst="rect">
            <a:avLst/>
          </a:prstGeom>
          <a:noFill/>
          <a:ln>
            <a:noFill/>
          </a:ln>
        </p:spPr>
        <p:txBody>
          <a:bodyPr lIns="182850" tIns="91400" rIns="182850" bIns="91400" anchor="t" anchorCtr="0">
            <a:noAutofit/>
          </a:bodyPr>
          <a:lstStyle/>
          <a:p>
            <a:r>
              <a:rPr lang="en-US" sz="1600" dirty="0" err="1">
                <a:uFillTx/>
              </a:rPr>
              <a:t>Sxcxc</a:t>
            </a:r>
            <a:r>
              <a:rPr lang="en-US" sz="1600" dirty="0">
                <a:uFillTx/>
              </a:rPr>
              <a:t> </a:t>
            </a:r>
            <a:r>
              <a:rPr lang="en-US" sz="1600" dirty="0" err="1">
                <a:uFillTx/>
              </a:rPr>
              <a:t>xcvx</a:t>
            </a:r>
            <a:r>
              <a:rPr lang="en-US" sz="1600" dirty="0">
                <a:uFillTx/>
              </a:rPr>
              <a:t>    </a:t>
            </a:r>
            <a:r>
              <a:rPr lang="en-US" sz="1600" dirty="0" err="1">
                <a:uFillTx/>
              </a:rPr>
              <a:t>xvcxcvxv</a:t>
            </a:r>
            <a:r>
              <a:rPr lang="en-US" sz="1600" dirty="0">
                <a:uFillTx/>
              </a:rPr>
              <a:t>  </a:t>
            </a:r>
            <a:r>
              <a:rPr lang="en-US" sz="1600" dirty="0" err="1">
                <a:uFillTx/>
              </a:rPr>
              <a:t>lippery</a:t>
            </a:r>
            <a:r>
              <a:rPr lang="en-US" sz="1600" dirty="0">
                <a:uFillTx/>
              </a:rPr>
              <a:t> floors due to spilled water pose a serious risk of falls and injuries. In this study, we propose a hybrid classification system for detecting water spills on floors using Convolutional Neural Networks (CNN) combined with traditional computer vision techniques. The system is designed to collect floor image data with a webcam at different heights, angles, and brightness levels, ensuring robustness and generalization. The dataset, comprising four classes with varying complexities, is then used to train a CNN model.</a:t>
            </a:r>
          </a:p>
          <a:p>
            <a:endParaRPr lang="en-US" sz="1600" dirty="0">
              <a:uFillTx/>
            </a:endParaRPr>
          </a:p>
          <a:p>
            <a:endParaRPr lang="en-US" sz="1600" dirty="0">
              <a:uFillTx/>
            </a:endParaRPr>
          </a:p>
          <a:p>
            <a:r>
              <a:rPr lang="en-US" sz="1600" dirty="0">
                <a:uFillTx/>
              </a:rPr>
              <a:t>In the future, the trained model will be integrated with existing public security camera systems to capture spilled water and alert workers to clean up in a timely manner. The collected dataset will be made publicly available for further research in water detection through images. Enhancements to the data collection process, such as testing with different backgrounds, lighting, and angles, are has the potential to reduce the risk of falls and injuries caused by slippery floors, thus enhancing safety in public spaces.</a:t>
            </a:r>
          </a:p>
        </p:txBody>
      </p:sp>
    </p:spTree>
  </p:cSld>
  <p:clrMapOvr>
    <a:masterClrMapping/>
  </p:clrMapOvr>
  <p:transition spd="slow">
    <p:cut/>
  </p:transition>
</p:sld>
</file>

<file path=ppt/theme/theme1.xml><?xml version="1.0" encoding="utf-8"?>
<a:theme xmlns:a="http://schemas.openxmlformats.org/drawingml/2006/mai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1">
          <a:schemeClr val="accent1"/>
        </a:fillRef>
        <a:effectRef idx="1">
          <a:schemeClr val="accent1"/>
        </a:effectRef>
        <a:fontRef idx="minor">
          <a:schemeClr val="lt1"/>
        </a:fontRef>
      </a:style>
    </a:spDef>
    <a:lnDef>
      <a:spPr/>
      <a:bodyPr/>
      <a:lstStyle/>
      <a:style>
        <a:lnRef idx="1">
          <a:schemeClr val="accent1"/>
        </a:lnRef>
        <a:fillRef idx="0">
          <a:schemeClr val="accent1"/>
        </a:fillRef>
        <a:effectRef idx="1">
          <a:schemeClr val="accent1"/>
        </a:effectRef>
        <a:fontRef idx="minor">
          <a:schemeClr val="tx1"/>
        </a:fontRef>
      </a:style>
    </a:lnDef>
    <a:txDef>
      <a:spPr/>
      <a:body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1">
          <a:schemeClr val="accent1"/>
        </a:fillRef>
        <a:effectRef idx="1">
          <a:schemeClr val="accent1"/>
        </a:effectRef>
        <a:fontRef idx="minor">
          <a:schemeClr val="lt1"/>
        </a:fontRef>
      </a:style>
    </a:spDef>
    <a:lnDef>
      <a:spPr/>
      <a:bodyPr/>
      <a:lstStyle/>
      <a:style>
        <a:lnRef idx="1">
          <a:schemeClr val="accent1"/>
        </a:lnRef>
        <a:fillRef idx="0">
          <a:schemeClr val="accent1"/>
        </a:fillRef>
        <a:effectRef idx="1">
          <a:schemeClr val="accent1"/>
        </a:effectRef>
        <a:fontRef idx="minor">
          <a:schemeClr val="tx1"/>
        </a:fontRef>
      </a:style>
    </a:lnDef>
    <a:txDef>
      <a:spPr/>
      <a:bodyPr/>
      <a:lstStyle/>
    </a:txDef>
  </a:objectDefaults>
  <a:extraClrSchemeLst/>
</a:theme>
</file>

<file path=docProps/app.xml><?xml version="1.0" encoding="utf-8"?>
<Properties xmlns="http://schemas.openxmlformats.org/officeDocument/2006/extended-properties" xmlns:vt="http://schemas.openxmlformats.org/officeDocument/2006/docPropsVTypes">
  <TotalTime>7269</TotalTime>
  <Words>1506</Words>
  <Application>Microsoft Office PowerPoint</Application>
  <PresentationFormat>Custom</PresentationFormat>
  <Paragraphs>63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Cole (Humanities Dept)</dc:creator>
  <cp:lastModifiedBy>Administrator</cp:lastModifiedBy>
  <cp:revision>44</cp:revision>
  <dcterms:modified xsi:type="dcterms:W3CDTF">2024-12-05T04:02:14Z</dcterms:modified>
</cp:coreProperties>
</file>