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7315200" cy="9601200"/>
  <p:defaultTextStyle>
    <a:defPPr marR="0" algn="l" rtl="0">
      <a:lnSpc>
        <a:spcPct val="100000"/>
      </a:lnSpc>
      <a:spcBef>
        <a:spcPts val="0"/>
      </a:spcBef>
      <a:spcAft>
        <a:spcPts val="0"/>
      </a:spcAft>
    </a:defPPr>
    <a:lvl1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1pPr>
    <a:lvl2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2pPr>
    <a:lvl3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3pPr>
    <a:lvl4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4pPr>
    <a:lvl5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5pPr>
    <a:lvl6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6pPr>
    <a:lvl7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7pPr>
    <a:lvl8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8pPr>
    <a:lvl9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FAB"/>
    <a:srgbClr val="005A92"/>
    <a:srgbClr val="3F74B6"/>
    <a:srgbClr val="1AE61F"/>
    <a:srgbClr val="0079C2"/>
    <a:srgbClr val="11A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6667" autoAdjust="0"/>
  </p:normalViewPr>
  <p:slideViewPr>
    <p:cSldViewPr>
      <p:cViewPr>
        <p:scale>
          <a:sx n="66" d="100"/>
          <a:sy n="66" d="100"/>
        </p:scale>
        <p:origin x="48" y="-8772"/>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257300" y="720725"/>
            <a:ext cx="4800600" cy="36004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 name="Shape 3"/>
          <p:cNvSpPr txBox="1">
            <a:spLocks noGrp="1"/>
          </p:cNvSpPr>
          <p:nvPr>
            <p:ph type="body" idx="1"/>
          </p:nvPr>
        </p:nvSpPr>
        <p:spPr>
          <a:xfrm>
            <a:off x="731500" y="4560550"/>
            <a:ext cx="5852149" cy="4320525"/>
          </a:xfrm>
          <a:prstGeom prst="rect">
            <a:avLst/>
          </a:prstGeom>
        </p:spPr>
        <p:txBody>
          <a:bodyPr lIns="91425" tIns="91425" rIns="91425" bIns="91425" anchor="t" anchorCtr="0"/>
          <a:lstStyle>
            <a:lvl1pPr>
              <a:defRPr sz="1100">
                <a:uFillTx/>
              </a:defRPr>
            </a:lvl1pPr>
            <a:lvl2pPr>
              <a:defRPr sz="1100">
                <a:uFillTx/>
              </a:defRPr>
            </a:lvl2pPr>
            <a:lvl3pPr>
              <a:defRPr sz="1100">
                <a:uFillTx/>
              </a:defRPr>
            </a:lvl3pPr>
            <a:lvl4pPr>
              <a:defRPr sz="1100">
                <a:uFillTx/>
              </a:defRPr>
            </a:lvl4pPr>
            <a:lvl5pPr>
              <a:defRPr sz="1100">
                <a:uFillTx/>
              </a:defRPr>
            </a:lvl5pPr>
            <a:lvl6pPr>
              <a:defRPr sz="1100">
                <a:uFillTx/>
              </a:defRPr>
            </a:lvl6pPr>
            <a:lvl7pPr>
              <a:defRPr sz="1100">
                <a:uFillTx/>
              </a:defRPr>
            </a:lvl7pPr>
            <a:lvl8pPr>
              <a:defRPr sz="1100">
                <a:uFillTx/>
              </a:defRPr>
            </a:lvl8pPr>
            <a:lvl9pPr>
              <a:defRPr sz="1100">
                <a:uFillTx/>
              </a:defRPr>
            </a:lvl9pPr>
          </a:lstStyle>
          <a:p>
            <a:endParaRPr>
              <a:uFillTx/>
            </a:endParaRPr>
          </a:p>
        </p:txBody>
      </p:sp>
    </p:spTree>
  </p:cSld>
  <p:clrMap bg1="lt1" tx1="dk1" bg2="dk2" tx2="lt2" accent1="accent1" accent2="accent2" accent3="accent3" accent4="accent4" accent5="accent5" accent6="accent6" hlink="hlink" folHlink="folHlink"/>
  <p:notesStyle>
    <a:lvl1pPr marL="0" algn="l" defTabSz="1828800" rtl="0" eaLnBrk="1" latinLnBrk="0" hangingPunct="1">
      <a:defRPr sz="2400" kern="1200">
        <a:solidFill>
          <a:schemeClr val="tx1"/>
        </a:solidFill>
        <a:uFillTx/>
        <a:latin typeface="+mn-lt"/>
        <a:ea typeface="+mn-ea"/>
        <a:cs typeface="+mn-cs"/>
      </a:defRPr>
    </a:lvl1pPr>
    <a:lvl2pPr marL="914400" algn="l" defTabSz="1828800" rtl="0" eaLnBrk="1" latinLnBrk="0" hangingPunct="1">
      <a:defRPr sz="2400" kern="1200">
        <a:solidFill>
          <a:schemeClr val="tx1"/>
        </a:solidFill>
        <a:uFillTx/>
        <a:latin typeface="+mn-lt"/>
        <a:ea typeface="+mn-ea"/>
        <a:cs typeface="+mn-cs"/>
      </a:defRPr>
    </a:lvl2pPr>
    <a:lvl3pPr marL="1828800" algn="l" defTabSz="1828800" rtl="0" eaLnBrk="1" latinLnBrk="0" hangingPunct="1">
      <a:defRPr sz="2400" kern="1200">
        <a:solidFill>
          <a:schemeClr val="tx1"/>
        </a:solidFill>
        <a:uFillTx/>
        <a:latin typeface="+mn-lt"/>
        <a:ea typeface="+mn-ea"/>
        <a:cs typeface="+mn-cs"/>
      </a:defRPr>
    </a:lvl3pPr>
    <a:lvl4pPr marL="2743200" algn="l" defTabSz="1828800" rtl="0" eaLnBrk="1" latinLnBrk="0" hangingPunct="1">
      <a:defRPr sz="2400" kern="1200">
        <a:solidFill>
          <a:schemeClr val="tx1"/>
        </a:solidFill>
        <a:uFillTx/>
        <a:latin typeface="+mn-lt"/>
        <a:ea typeface="+mn-ea"/>
        <a:cs typeface="+mn-cs"/>
      </a:defRPr>
    </a:lvl4pPr>
    <a:lvl5pPr marL="3657600" algn="l" defTabSz="1828800" rtl="0" eaLnBrk="1" latinLnBrk="0" hangingPunct="1">
      <a:defRPr sz="2400" kern="1200">
        <a:solidFill>
          <a:schemeClr val="tx1"/>
        </a:solidFill>
        <a:uFillTx/>
        <a:latin typeface="+mn-lt"/>
        <a:ea typeface="+mn-ea"/>
        <a:cs typeface="+mn-cs"/>
      </a:defRPr>
    </a:lvl5pPr>
    <a:lvl6pPr marL="4572000" algn="l" defTabSz="1828800" rtl="0" eaLnBrk="1" latinLnBrk="0" hangingPunct="1">
      <a:defRPr sz="2400" kern="1200">
        <a:solidFill>
          <a:schemeClr val="tx1"/>
        </a:solidFill>
        <a:uFillTx/>
        <a:latin typeface="+mn-lt"/>
        <a:ea typeface="+mn-ea"/>
        <a:cs typeface="+mn-cs"/>
      </a:defRPr>
    </a:lvl6pPr>
    <a:lvl7pPr marL="5486400" algn="l" defTabSz="1828800" rtl="0" eaLnBrk="1" latinLnBrk="0" hangingPunct="1">
      <a:defRPr sz="2400" kern="1200">
        <a:solidFill>
          <a:schemeClr val="tx1"/>
        </a:solidFill>
        <a:uFillTx/>
        <a:latin typeface="+mn-lt"/>
        <a:ea typeface="+mn-ea"/>
        <a:cs typeface="+mn-cs"/>
      </a:defRPr>
    </a:lvl7pPr>
    <a:lvl8pPr marL="6400800" algn="l" defTabSz="1828800" rtl="0" eaLnBrk="1" latinLnBrk="0" hangingPunct="1">
      <a:defRPr sz="2400" kern="1200">
        <a:solidFill>
          <a:schemeClr val="tx1"/>
        </a:solidFill>
        <a:uFillTx/>
        <a:latin typeface="+mn-lt"/>
        <a:ea typeface="+mn-ea"/>
        <a:cs typeface="+mn-cs"/>
      </a:defRPr>
    </a:lvl8pPr>
    <a:lvl9pPr marL="7315200" algn="l" defTabSz="1828800" rtl="0" eaLnBrk="1" latinLnBrk="0" hangingPunct="1">
      <a:defRPr sz="2400" kern="1200">
        <a:solidFill>
          <a:schemeClr val="tx1"/>
        </a:solidFill>
        <a:uFillTx/>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Shape 113"/>
          <p:cNvSpPr txBox="1">
            <a:spLocks noGrp="1"/>
          </p:cNvSpPr>
          <p:nvPr>
            <p:ph type="body" idx="1"/>
          </p:nvPr>
        </p:nvSpPr>
        <p:spPr>
          <a:xfrm>
            <a:off x="731500" y="4560550"/>
            <a:ext cx="5852149" cy="4320525"/>
          </a:xfrm>
          <a:prstGeom prst="rect">
            <a:avLst/>
          </a:prstGeom>
        </p:spPr>
        <p:txBody>
          <a:bodyPr lIns="91425" tIns="91425" rIns="91425" bIns="91425" anchor="ctr" anchorCtr="0">
            <a:noAutofit/>
          </a:bodyPr>
          <a:lstStyle/>
          <a:p>
            <a:endParaRPr dirty="0">
              <a:uFillTx/>
            </a:endParaRPr>
          </a:p>
        </p:txBody>
      </p:sp>
      <p:sp>
        <p:nvSpPr>
          <p:cNvPr id="114" name="Shape 114"/>
          <p:cNvSpPr>
            <a:spLocks noGrp="1" noRot="1" noChangeAspect="1"/>
          </p:cNvSpPr>
          <p:nvPr>
            <p:ph type="sldImg" idx="2"/>
          </p:nvPr>
        </p:nvSpPr>
        <p:spPr>
          <a:xfrm>
            <a:off x="1257300" y="720725"/>
            <a:ext cx="4800600" cy="36004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10"/>
        <p:cNvGrpSpPr/>
        <p:nvPr/>
      </p:nvGrpSpPr>
      <p:grpSpPr>
        <a:xfrm>
          <a:off x="0" y="0"/>
          <a:ext cx="0" cy="0"/>
          <a:chOff x="0" y="0"/>
          <a:chExt cx="0" cy="0"/>
        </a:xfrm>
      </p:grpSpPr>
      <p:sp>
        <p:nvSpPr>
          <p:cNvPr id="11" name="Shape 11"/>
          <p:cNvSpPr txBox="1">
            <a:spLocks noGrp="1"/>
          </p:cNvSpPr>
          <p:nvPr>
            <p:ph type="ctrTitle"/>
          </p:nvPr>
        </p:nvSpPr>
        <p:spPr>
          <a:xfrm>
            <a:off x="3292476" y="10226674"/>
            <a:ext cx="37306248" cy="7054848"/>
          </a:xfrm>
          <a:prstGeom prst="rect">
            <a:avLst/>
          </a:prstGeom>
          <a:noFill/>
          <a:ln>
            <a:noFill/>
          </a:ln>
        </p:spPr>
        <p:txBody>
          <a:bodyPr lIns="182850" tIns="182850" rIns="182850" bIns="182850" anchor="ctr" anchorCtr="0"/>
          <a:lstStyle>
            <a:lvl1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1pPr>
            <a:lvl2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2pPr>
            <a:lvl3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3pPr>
            <a:lvl4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4pPr>
            <a:lvl5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5pPr>
            <a:lvl6pPr marL="91440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6pPr>
            <a:lvl7pPr marL="182880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7pPr>
            <a:lvl8pPr marL="274320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8pPr>
            <a:lvl9pPr marL="365760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9pPr>
          </a:lstStyle>
          <a:p>
            <a:endParaRPr>
              <a:uFillTx/>
            </a:endParaRPr>
          </a:p>
        </p:txBody>
      </p:sp>
      <p:sp>
        <p:nvSpPr>
          <p:cNvPr id="12" name="Shape 12"/>
          <p:cNvSpPr txBox="1">
            <a:spLocks noGrp="1"/>
          </p:cNvSpPr>
          <p:nvPr>
            <p:ph type="subTitle" idx="1"/>
          </p:nvPr>
        </p:nvSpPr>
        <p:spPr>
          <a:xfrm>
            <a:off x="6584950" y="18653126"/>
            <a:ext cx="30721300" cy="8413748"/>
          </a:xfrm>
          <a:prstGeom prst="rect">
            <a:avLst/>
          </a:prstGeom>
          <a:noFill/>
          <a:ln>
            <a:noFill/>
          </a:ln>
        </p:spPr>
        <p:txBody>
          <a:bodyPr lIns="182850" tIns="182850" rIns="182850" bIns="182850" anchor="t" anchorCtr="0"/>
          <a:lstStyle>
            <a:lvl1pPr marL="0" marR="0" indent="0" algn="ctr" rtl="0">
              <a:spcBef>
                <a:spcPts val="3960"/>
              </a:spcBef>
              <a:spcAft>
                <a:spcPts val="0"/>
              </a:spcAft>
              <a:buClr>
                <a:schemeClr val="dk1"/>
              </a:buClr>
              <a:buFont typeface="Arial"/>
              <a:buNone/>
              <a:defRPr sz="19800" b="0" i="0" u="none" strike="noStrike" cap="none" baseline="0">
                <a:solidFill>
                  <a:schemeClr val="dk1"/>
                </a:solidFill>
                <a:uFillTx/>
                <a:latin typeface="Arial"/>
                <a:ea typeface="Arial"/>
                <a:cs typeface="Arial"/>
                <a:sym typeface="Arial"/>
              </a:defRPr>
            </a:lvl1pPr>
            <a:lvl2pPr marL="914400" marR="0" indent="0" algn="ctr" rtl="0">
              <a:spcBef>
                <a:spcPts val="3440"/>
              </a:spcBef>
              <a:spcAft>
                <a:spcPts val="0"/>
              </a:spcAft>
              <a:buClr>
                <a:schemeClr val="dk1"/>
              </a:buClr>
              <a:buFont typeface="Arial"/>
              <a:buNone/>
              <a:defRPr sz="17200" b="0" i="0" u="none" strike="noStrike" cap="none" baseline="0">
                <a:solidFill>
                  <a:schemeClr val="dk1"/>
                </a:solidFill>
                <a:uFillTx/>
                <a:latin typeface="Arial"/>
                <a:ea typeface="Arial"/>
                <a:cs typeface="Arial"/>
                <a:sym typeface="Arial"/>
              </a:defRPr>
            </a:lvl2pPr>
            <a:lvl3pPr marL="1828800" marR="0" indent="0" algn="ctr" rtl="0">
              <a:spcBef>
                <a:spcPts val="2960"/>
              </a:spcBef>
              <a:spcAft>
                <a:spcPts val="0"/>
              </a:spcAft>
              <a:buClr>
                <a:schemeClr val="dk1"/>
              </a:buClr>
              <a:buFont typeface="Arial"/>
              <a:buNone/>
              <a:defRPr sz="14800" b="0" i="0" u="none" strike="noStrike" cap="none" baseline="0">
                <a:solidFill>
                  <a:schemeClr val="dk1"/>
                </a:solidFill>
                <a:uFillTx/>
                <a:latin typeface="Arial"/>
                <a:ea typeface="Arial"/>
                <a:cs typeface="Arial"/>
                <a:sym typeface="Arial"/>
              </a:defRPr>
            </a:lvl3pPr>
            <a:lvl4pPr marL="27432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4pPr>
            <a:lvl5pPr marL="36576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5pPr>
            <a:lvl6pPr marL="45720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6pPr>
            <a:lvl7pPr marL="54864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7pPr>
            <a:lvl8pPr marL="64008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8pPr>
            <a:lvl9pPr marL="73152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9pPr>
          </a:lstStyle>
          <a:p>
            <a:endParaRPr>
              <a:uFillTx/>
            </a:endParaRPr>
          </a:p>
        </p:txBody>
      </p:sp>
      <p:sp>
        <p:nvSpPr>
          <p:cNvPr id="13" name="Shape 13"/>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14" name="Shape 14"/>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15" name="Shape 15"/>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18" name="Shape 18"/>
          <p:cNvSpPr txBox="1">
            <a:spLocks noGrp="1"/>
          </p:cNvSpPr>
          <p:nvPr>
            <p:ph type="body" idx="1"/>
          </p:nvPr>
        </p:nvSpPr>
        <p:spPr>
          <a:xfrm>
            <a:off x="2193925" y="7680325"/>
            <a:ext cx="39503350" cy="21726522"/>
          </a:xfrm>
          <a:prstGeom prst="rect">
            <a:avLst/>
          </a:prstGeom>
          <a:noFill/>
          <a:ln>
            <a:noFill/>
          </a:ln>
        </p:spPr>
        <p:txBody>
          <a:bodyPr lIns="182850" tIns="182850" rIns="182850" bIns="182850" anchor="t" anchorCtr="0"/>
          <a:lstStyle>
            <a:lvl1pPr marL="2117726" indent="-1362076" algn="l" rtl="0">
              <a:spcBef>
                <a:spcPts val="3960"/>
              </a:spcBef>
              <a:spcAft>
                <a:spcPts val="0"/>
              </a:spcAft>
              <a:buClr>
                <a:schemeClr val="dk1"/>
              </a:buClr>
              <a:buFont typeface="Arial"/>
              <a:buChar char="•"/>
              <a:defRPr sz="19800">
                <a:solidFill>
                  <a:schemeClr val="dk1"/>
                </a:solidFill>
                <a:uFillTx/>
                <a:latin typeface="Arial"/>
                <a:ea typeface="Arial"/>
                <a:cs typeface="Arial"/>
                <a:sym typeface="Arial"/>
              </a:defRPr>
            </a:lvl1pPr>
            <a:lvl2pPr marL="4584700" indent="-1111250" algn="l" rtl="0">
              <a:spcBef>
                <a:spcPts val="3440"/>
              </a:spcBef>
              <a:spcAft>
                <a:spcPts val="0"/>
              </a:spcAft>
              <a:buClr>
                <a:schemeClr val="dk1"/>
              </a:buClr>
              <a:buFont typeface="Arial"/>
              <a:buChar char="•"/>
              <a:defRPr sz="17200">
                <a:solidFill>
                  <a:schemeClr val="dk1"/>
                </a:solidFill>
                <a:uFillTx/>
                <a:latin typeface="Arial"/>
                <a:ea typeface="Arial"/>
                <a:cs typeface="Arial"/>
                <a:sym typeface="Arial"/>
              </a:defRPr>
            </a:lvl2pPr>
            <a:lvl3pPr marL="7054850" indent="-850900" algn="l" rtl="0">
              <a:spcBef>
                <a:spcPts val="2960"/>
              </a:spcBef>
              <a:spcAft>
                <a:spcPts val="0"/>
              </a:spcAft>
              <a:buClr>
                <a:schemeClr val="dk1"/>
              </a:buClr>
              <a:buFont typeface="Arial"/>
              <a:buChar char="•"/>
              <a:defRPr sz="14800">
                <a:solidFill>
                  <a:schemeClr val="dk1"/>
                </a:solidFill>
                <a:uFillTx/>
                <a:latin typeface="Arial"/>
                <a:ea typeface="Arial"/>
                <a:cs typeface="Arial"/>
                <a:sym typeface="Arial"/>
              </a:defRPr>
            </a:lvl3pPr>
            <a:lvl4pPr marL="9874250" indent="-946150"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4pPr>
            <a:lvl5pPr marL="12696826" indent="-949324"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5pPr>
            <a:lvl6pPr marL="136112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6pPr>
            <a:lvl7pPr marL="145256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7pPr>
            <a:lvl8pPr marL="154400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8pPr>
            <a:lvl9pPr marL="163544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9pPr>
          </a:lstStyle>
          <a:p>
            <a:endParaRPr>
              <a:uFillTx/>
            </a:endParaRPr>
          </a:p>
        </p:txBody>
      </p:sp>
      <p:sp>
        <p:nvSpPr>
          <p:cNvPr id="19" name="Shape 19"/>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20" name="Shape 20"/>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21" name="Shape 21"/>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Hea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3467100" y="21151850"/>
            <a:ext cx="37306248" cy="6540500"/>
          </a:xfrm>
          <a:prstGeom prst="rect">
            <a:avLst/>
          </a:prstGeom>
          <a:noFill/>
          <a:ln>
            <a:noFill/>
          </a:ln>
        </p:spPr>
        <p:txBody>
          <a:bodyPr lIns="182850" tIns="182850" rIns="182850" bIns="182850" anchor="t" anchorCtr="0"/>
          <a:lstStyle>
            <a:lvl1pPr algn="l" rtl="0">
              <a:defRPr sz="8000" b="1" cap="small">
                <a:uFillTx/>
              </a:defRPr>
            </a:lvl1pPr>
            <a:lvl2pPr rtl="0">
              <a:defRPr>
                <a:uFillTx/>
              </a:defRPr>
            </a:lvl2pPr>
            <a:lvl3pPr rtl="0">
              <a:defRPr>
                <a:uFillTx/>
              </a:defRPr>
            </a:lvl3pPr>
            <a:lvl4pPr rtl="0">
              <a:defRPr>
                <a:uFillTx/>
              </a:defRPr>
            </a:lvl4pPr>
            <a:lvl5pPr rtl="0">
              <a:defRPr>
                <a:uFillTx/>
              </a:defRPr>
            </a:lvl5pPr>
            <a:lvl6pPr rtl="0">
              <a:defRPr>
                <a:uFillTx/>
              </a:defRPr>
            </a:lvl6pPr>
            <a:lvl7pPr rtl="0">
              <a:defRPr>
                <a:uFillTx/>
              </a:defRPr>
            </a:lvl7pPr>
            <a:lvl8pPr rtl="0">
              <a:defRPr>
                <a:uFillTx/>
              </a:defRPr>
            </a:lvl8pPr>
            <a:lvl9pPr rtl="0">
              <a:defRPr>
                <a:uFillTx/>
              </a:defRPr>
            </a:lvl9pPr>
          </a:lstStyle>
          <a:p>
            <a:endParaRPr>
              <a:uFillTx/>
            </a:endParaRPr>
          </a:p>
        </p:txBody>
      </p:sp>
      <p:sp>
        <p:nvSpPr>
          <p:cNvPr id="24" name="Shape 24"/>
          <p:cNvSpPr txBox="1">
            <a:spLocks noGrp="1"/>
          </p:cNvSpPr>
          <p:nvPr>
            <p:ph type="body" idx="1"/>
          </p:nvPr>
        </p:nvSpPr>
        <p:spPr>
          <a:xfrm>
            <a:off x="3467100" y="13950950"/>
            <a:ext cx="37306248" cy="7200900"/>
          </a:xfrm>
          <a:prstGeom prst="rect">
            <a:avLst/>
          </a:prstGeom>
          <a:noFill/>
          <a:ln>
            <a:noFill/>
          </a:ln>
        </p:spPr>
        <p:txBody>
          <a:bodyPr lIns="182850" tIns="182850" rIns="182850" bIns="182850" anchor="b" anchorCtr="0"/>
          <a:lstStyle>
            <a:lvl1pPr marL="0" indent="0" rtl="0">
              <a:buFont typeface="Arial"/>
              <a:buNone/>
              <a:defRPr sz="4000">
                <a:uFillTx/>
              </a:defRPr>
            </a:lvl1pPr>
            <a:lvl2pPr marL="914400" indent="0" rtl="0">
              <a:buFont typeface="Arial"/>
              <a:buNone/>
              <a:defRPr sz="3600">
                <a:uFillTx/>
              </a:defRPr>
            </a:lvl2pPr>
            <a:lvl3pPr marL="1828800" indent="0" rtl="0">
              <a:buFont typeface="Arial"/>
              <a:buNone/>
              <a:defRPr sz="3200">
                <a:uFillTx/>
              </a:defRPr>
            </a:lvl3pPr>
            <a:lvl4pPr marL="2743200" indent="0" rtl="0">
              <a:buFont typeface="Arial"/>
              <a:buNone/>
              <a:defRPr sz="2800">
                <a:uFillTx/>
              </a:defRPr>
            </a:lvl4pPr>
            <a:lvl5pPr marL="3657600" indent="0" rtl="0">
              <a:buFont typeface="Arial"/>
              <a:buNone/>
              <a:defRPr sz="2800">
                <a:uFillTx/>
              </a:defRPr>
            </a:lvl5pPr>
            <a:lvl6pPr marL="4572000" indent="0" rtl="0">
              <a:buFont typeface="Arial"/>
              <a:buNone/>
              <a:defRPr sz="2800">
                <a:uFillTx/>
              </a:defRPr>
            </a:lvl6pPr>
            <a:lvl7pPr marL="5486400" indent="0" rtl="0">
              <a:buFont typeface="Arial"/>
              <a:buNone/>
              <a:defRPr sz="2800">
                <a:uFillTx/>
              </a:defRPr>
            </a:lvl7pPr>
            <a:lvl8pPr marL="6400800" indent="0" rtl="0">
              <a:buFont typeface="Arial"/>
              <a:buNone/>
              <a:defRPr sz="2800">
                <a:uFillTx/>
              </a:defRPr>
            </a:lvl8pPr>
            <a:lvl9pPr marL="7315200" indent="0" rtl="0">
              <a:buFont typeface="Arial"/>
              <a:buNone/>
              <a:defRPr sz="2800">
                <a:uFillTx/>
              </a:defRPr>
            </a:lvl9pPr>
          </a:lstStyle>
          <a:p>
            <a:endParaRPr>
              <a:uFillTx/>
            </a:endParaRPr>
          </a:p>
        </p:txBody>
      </p:sp>
      <p:sp>
        <p:nvSpPr>
          <p:cNvPr id="25" name="Shape 25"/>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26" name="Shape 26"/>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27" name="Shape 27"/>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Obj">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30" name="Shape 30"/>
          <p:cNvSpPr txBox="1">
            <a:spLocks noGrp="1"/>
          </p:cNvSpPr>
          <p:nvPr>
            <p:ph type="body" idx="1"/>
          </p:nvPr>
        </p:nvSpPr>
        <p:spPr>
          <a:xfrm>
            <a:off x="2193925" y="7680325"/>
            <a:ext cx="19599274" cy="21726522"/>
          </a:xfrm>
          <a:prstGeom prst="rect">
            <a:avLst/>
          </a:prstGeom>
          <a:noFill/>
          <a:ln>
            <a:noFill/>
          </a:ln>
        </p:spPr>
        <p:txBody>
          <a:bodyPr lIns="182850" tIns="182850" rIns="182850" bIns="182850" anchor="t" anchorCtr="0"/>
          <a:lstStyle>
            <a:lvl1pPr rtl="0">
              <a:defRPr sz="5600">
                <a:uFillTx/>
              </a:defRPr>
            </a:lvl1pPr>
            <a:lvl2pPr rtl="0">
              <a:defRPr sz="4800">
                <a:uFillTx/>
              </a:defRPr>
            </a:lvl2pPr>
            <a:lvl3pPr rtl="0">
              <a:defRPr sz="4000">
                <a:uFillTx/>
              </a:defRPr>
            </a:lvl3pPr>
            <a:lvl4pPr rtl="0">
              <a:defRPr sz="3600">
                <a:uFillTx/>
              </a:defRPr>
            </a:lvl4pPr>
            <a:lvl5pPr rtl="0">
              <a:defRPr sz="3600">
                <a:uFillTx/>
              </a:defRPr>
            </a:lvl5pPr>
            <a:lvl6pPr rtl="0">
              <a:defRPr sz="3600">
                <a:uFillTx/>
              </a:defRPr>
            </a:lvl6pPr>
            <a:lvl7pPr rtl="0">
              <a:defRPr sz="3600">
                <a:uFillTx/>
              </a:defRPr>
            </a:lvl7pPr>
            <a:lvl8pPr rtl="0">
              <a:defRPr sz="3600">
                <a:uFillTx/>
              </a:defRPr>
            </a:lvl8pPr>
            <a:lvl9pPr rtl="0">
              <a:defRPr sz="3600">
                <a:uFillTx/>
              </a:defRPr>
            </a:lvl9pPr>
          </a:lstStyle>
          <a:p>
            <a:endParaRPr>
              <a:uFillTx/>
            </a:endParaRPr>
          </a:p>
        </p:txBody>
      </p:sp>
      <p:sp>
        <p:nvSpPr>
          <p:cNvPr id="31" name="Shape 31"/>
          <p:cNvSpPr txBox="1">
            <a:spLocks noGrp="1"/>
          </p:cNvSpPr>
          <p:nvPr>
            <p:ph type="body" idx="2"/>
          </p:nvPr>
        </p:nvSpPr>
        <p:spPr>
          <a:xfrm>
            <a:off x="22098000" y="7680325"/>
            <a:ext cx="19599276" cy="21726522"/>
          </a:xfrm>
          <a:prstGeom prst="rect">
            <a:avLst/>
          </a:prstGeom>
          <a:noFill/>
          <a:ln>
            <a:noFill/>
          </a:ln>
        </p:spPr>
        <p:txBody>
          <a:bodyPr lIns="182850" tIns="182850" rIns="182850" bIns="182850" anchor="t" anchorCtr="0"/>
          <a:lstStyle>
            <a:lvl1pPr rtl="0">
              <a:defRPr sz="5600">
                <a:uFillTx/>
              </a:defRPr>
            </a:lvl1pPr>
            <a:lvl2pPr rtl="0">
              <a:defRPr sz="4800">
                <a:uFillTx/>
              </a:defRPr>
            </a:lvl2pPr>
            <a:lvl3pPr rtl="0">
              <a:defRPr sz="4000">
                <a:uFillTx/>
              </a:defRPr>
            </a:lvl3pPr>
            <a:lvl4pPr rtl="0">
              <a:defRPr sz="3600">
                <a:uFillTx/>
              </a:defRPr>
            </a:lvl4pPr>
            <a:lvl5pPr rtl="0">
              <a:defRPr sz="3600">
                <a:uFillTx/>
              </a:defRPr>
            </a:lvl5pPr>
            <a:lvl6pPr rtl="0">
              <a:defRPr sz="3600">
                <a:uFillTx/>
              </a:defRPr>
            </a:lvl6pPr>
            <a:lvl7pPr rtl="0">
              <a:defRPr sz="3600">
                <a:uFillTx/>
              </a:defRPr>
            </a:lvl7pPr>
            <a:lvl8pPr rtl="0">
              <a:defRPr sz="3600">
                <a:uFillTx/>
              </a:defRPr>
            </a:lvl8pPr>
            <a:lvl9pPr rtl="0">
              <a:defRPr sz="3600">
                <a:uFillTx/>
              </a:defRPr>
            </a:lvl9pPr>
          </a:lstStyle>
          <a:p>
            <a:endParaRPr>
              <a:uFillTx/>
            </a:endParaRPr>
          </a:p>
        </p:txBody>
      </p:sp>
      <p:sp>
        <p:nvSpPr>
          <p:cNvPr id="32" name="Shape 32"/>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33" name="Shape 33"/>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34" name="Shape 34"/>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TxTwoObj">
    <p:spTree>
      <p:nvGrpSpPr>
        <p:cNvPr id="1" name="Shape 35"/>
        <p:cNvGrpSpPr/>
        <p:nvPr/>
      </p:nvGrpSpPr>
      <p:grpSpPr>
        <a:xfrm>
          <a:off x="0" y="0"/>
          <a:ext cx="0" cy="0"/>
          <a:chOff x="0" y="0"/>
          <a:chExt cx="0" cy="0"/>
        </a:xfrm>
      </p:grpSpPr>
      <p:sp>
        <p:nvSpPr>
          <p:cNvPr id="36" name="Shape 36"/>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rtl="0">
              <a:defRPr>
                <a:uFillTx/>
              </a:defRPr>
            </a:lvl1pPr>
            <a:lvl2pPr rtl="0">
              <a:defRPr>
                <a:uFillTx/>
              </a:defRPr>
            </a:lvl2pPr>
            <a:lvl3pPr rtl="0">
              <a:defRPr>
                <a:uFillTx/>
              </a:defRPr>
            </a:lvl3pPr>
            <a:lvl4pPr rtl="0">
              <a:defRPr>
                <a:uFillTx/>
              </a:defRPr>
            </a:lvl4pPr>
            <a:lvl5pPr rtl="0">
              <a:defRPr>
                <a:uFillTx/>
              </a:defRPr>
            </a:lvl5pPr>
            <a:lvl6pPr rtl="0">
              <a:defRPr>
                <a:uFillTx/>
              </a:defRPr>
            </a:lvl6pPr>
            <a:lvl7pPr rtl="0">
              <a:defRPr>
                <a:uFillTx/>
              </a:defRPr>
            </a:lvl7pPr>
            <a:lvl8pPr rtl="0">
              <a:defRPr>
                <a:uFillTx/>
              </a:defRPr>
            </a:lvl8pPr>
            <a:lvl9pPr rtl="0">
              <a:defRPr>
                <a:uFillTx/>
              </a:defRPr>
            </a:lvl9pPr>
          </a:lstStyle>
          <a:p>
            <a:endParaRPr>
              <a:uFillTx/>
            </a:endParaRPr>
          </a:p>
        </p:txBody>
      </p:sp>
      <p:sp>
        <p:nvSpPr>
          <p:cNvPr id="37" name="Shape 37"/>
          <p:cNvSpPr txBox="1">
            <a:spLocks noGrp="1"/>
          </p:cNvSpPr>
          <p:nvPr>
            <p:ph type="body" idx="1"/>
          </p:nvPr>
        </p:nvSpPr>
        <p:spPr>
          <a:xfrm>
            <a:off x="2193924" y="7369174"/>
            <a:ext cx="19392900" cy="3070224"/>
          </a:xfrm>
          <a:prstGeom prst="rect">
            <a:avLst/>
          </a:prstGeom>
          <a:noFill/>
          <a:ln>
            <a:noFill/>
          </a:ln>
        </p:spPr>
        <p:txBody>
          <a:bodyPr lIns="182850" tIns="182850" rIns="182850" bIns="182850" anchor="b" anchorCtr="0"/>
          <a:lstStyle>
            <a:lvl1pPr marL="0" indent="0" rtl="0">
              <a:buFont typeface="Arial"/>
              <a:buNone/>
              <a:defRPr sz="4800" b="1">
                <a:uFillTx/>
              </a:defRPr>
            </a:lvl1pPr>
            <a:lvl2pPr marL="914400" indent="0" rtl="0">
              <a:buFont typeface="Arial"/>
              <a:buNone/>
              <a:defRPr sz="4000" b="1">
                <a:uFillTx/>
              </a:defRPr>
            </a:lvl2pPr>
            <a:lvl3pPr marL="1828800" indent="0" rtl="0">
              <a:buFont typeface="Arial"/>
              <a:buNone/>
              <a:defRPr sz="3600" b="1">
                <a:uFillTx/>
              </a:defRPr>
            </a:lvl3pPr>
            <a:lvl4pPr marL="2743200" indent="0" rtl="0">
              <a:buFont typeface="Arial"/>
              <a:buNone/>
              <a:defRPr sz="3200" b="1">
                <a:uFillTx/>
              </a:defRPr>
            </a:lvl4pPr>
            <a:lvl5pPr marL="3657600" indent="0" rtl="0">
              <a:buFont typeface="Arial"/>
              <a:buNone/>
              <a:defRPr sz="3200" b="1">
                <a:uFillTx/>
              </a:defRPr>
            </a:lvl5pPr>
            <a:lvl6pPr marL="4572000" indent="0" rtl="0">
              <a:buFont typeface="Arial"/>
              <a:buNone/>
              <a:defRPr sz="3200" b="1">
                <a:uFillTx/>
              </a:defRPr>
            </a:lvl6pPr>
            <a:lvl7pPr marL="5486400" indent="0" rtl="0">
              <a:buFont typeface="Arial"/>
              <a:buNone/>
              <a:defRPr sz="3200" b="1">
                <a:uFillTx/>
              </a:defRPr>
            </a:lvl7pPr>
            <a:lvl8pPr marL="6400800" indent="0" rtl="0">
              <a:buFont typeface="Arial"/>
              <a:buNone/>
              <a:defRPr sz="3200" b="1">
                <a:uFillTx/>
              </a:defRPr>
            </a:lvl8pPr>
            <a:lvl9pPr marL="7315200" indent="0" rtl="0">
              <a:buFont typeface="Arial"/>
              <a:buNone/>
              <a:defRPr sz="3200" b="1">
                <a:uFillTx/>
              </a:defRPr>
            </a:lvl9pPr>
          </a:lstStyle>
          <a:p>
            <a:endParaRPr>
              <a:uFillTx/>
            </a:endParaRPr>
          </a:p>
        </p:txBody>
      </p:sp>
      <p:sp>
        <p:nvSpPr>
          <p:cNvPr id="38" name="Shape 38"/>
          <p:cNvSpPr txBox="1">
            <a:spLocks noGrp="1"/>
          </p:cNvSpPr>
          <p:nvPr>
            <p:ph type="body" idx="2"/>
          </p:nvPr>
        </p:nvSpPr>
        <p:spPr>
          <a:xfrm>
            <a:off x="2193924" y="10439401"/>
            <a:ext cx="19392900" cy="18967450"/>
          </a:xfrm>
          <a:prstGeom prst="rect">
            <a:avLst/>
          </a:prstGeom>
          <a:noFill/>
          <a:ln>
            <a:noFill/>
          </a:ln>
        </p:spPr>
        <p:txBody>
          <a:bodyPr lIns="182850" tIns="182850" rIns="182850" bIns="182850" anchor="t" anchorCtr="0"/>
          <a:lstStyle>
            <a:lvl1pPr rtl="0">
              <a:defRPr sz="4800">
                <a:uFillTx/>
              </a:defRPr>
            </a:lvl1pPr>
            <a:lvl2pPr rtl="0">
              <a:defRPr sz="4000">
                <a:uFillTx/>
              </a:defRPr>
            </a:lvl2pPr>
            <a:lvl3pPr rtl="0">
              <a:defRPr sz="3600">
                <a:uFillTx/>
              </a:defRPr>
            </a:lvl3pPr>
            <a:lvl4pPr rtl="0">
              <a:defRPr sz="3200">
                <a:uFillTx/>
              </a:defRPr>
            </a:lvl4pPr>
            <a:lvl5pPr rtl="0">
              <a:defRPr sz="3200">
                <a:uFillTx/>
              </a:defRPr>
            </a:lvl5pPr>
            <a:lvl6pPr rtl="0">
              <a:defRPr sz="3200">
                <a:uFillTx/>
              </a:defRPr>
            </a:lvl6pPr>
            <a:lvl7pPr rtl="0">
              <a:defRPr sz="3200">
                <a:uFillTx/>
              </a:defRPr>
            </a:lvl7pPr>
            <a:lvl8pPr rtl="0">
              <a:defRPr sz="3200">
                <a:uFillTx/>
              </a:defRPr>
            </a:lvl8pPr>
            <a:lvl9pPr rtl="0">
              <a:defRPr sz="3200">
                <a:uFillTx/>
              </a:defRPr>
            </a:lvl9pPr>
          </a:lstStyle>
          <a:p>
            <a:endParaRPr>
              <a:uFillTx/>
            </a:endParaRPr>
          </a:p>
        </p:txBody>
      </p:sp>
      <p:sp>
        <p:nvSpPr>
          <p:cNvPr id="39" name="Shape 39"/>
          <p:cNvSpPr txBox="1">
            <a:spLocks noGrp="1"/>
          </p:cNvSpPr>
          <p:nvPr>
            <p:ph type="body" idx="3"/>
          </p:nvPr>
        </p:nvSpPr>
        <p:spPr>
          <a:xfrm>
            <a:off x="22294851" y="7369174"/>
            <a:ext cx="19402426" cy="3070224"/>
          </a:xfrm>
          <a:prstGeom prst="rect">
            <a:avLst/>
          </a:prstGeom>
          <a:noFill/>
          <a:ln>
            <a:noFill/>
          </a:ln>
        </p:spPr>
        <p:txBody>
          <a:bodyPr lIns="182850" tIns="182850" rIns="182850" bIns="182850" anchor="b" anchorCtr="0"/>
          <a:lstStyle>
            <a:lvl1pPr marL="0" indent="0" rtl="0">
              <a:buFont typeface="Arial"/>
              <a:buNone/>
              <a:defRPr sz="4800" b="1">
                <a:uFillTx/>
              </a:defRPr>
            </a:lvl1pPr>
            <a:lvl2pPr marL="914400" indent="0" rtl="0">
              <a:buFont typeface="Arial"/>
              <a:buNone/>
              <a:defRPr sz="4000" b="1">
                <a:uFillTx/>
              </a:defRPr>
            </a:lvl2pPr>
            <a:lvl3pPr marL="1828800" indent="0" rtl="0">
              <a:buFont typeface="Arial"/>
              <a:buNone/>
              <a:defRPr sz="3600" b="1">
                <a:uFillTx/>
              </a:defRPr>
            </a:lvl3pPr>
            <a:lvl4pPr marL="2743200" indent="0" rtl="0">
              <a:buFont typeface="Arial"/>
              <a:buNone/>
              <a:defRPr sz="3200" b="1">
                <a:uFillTx/>
              </a:defRPr>
            </a:lvl4pPr>
            <a:lvl5pPr marL="3657600" indent="0" rtl="0">
              <a:buFont typeface="Arial"/>
              <a:buNone/>
              <a:defRPr sz="3200" b="1">
                <a:uFillTx/>
              </a:defRPr>
            </a:lvl5pPr>
            <a:lvl6pPr marL="4572000" indent="0" rtl="0">
              <a:buFont typeface="Arial"/>
              <a:buNone/>
              <a:defRPr sz="3200" b="1">
                <a:uFillTx/>
              </a:defRPr>
            </a:lvl6pPr>
            <a:lvl7pPr marL="5486400" indent="0" rtl="0">
              <a:buFont typeface="Arial"/>
              <a:buNone/>
              <a:defRPr sz="3200" b="1">
                <a:uFillTx/>
              </a:defRPr>
            </a:lvl7pPr>
            <a:lvl8pPr marL="6400800" indent="0" rtl="0">
              <a:buFont typeface="Arial"/>
              <a:buNone/>
              <a:defRPr sz="3200" b="1">
                <a:uFillTx/>
              </a:defRPr>
            </a:lvl8pPr>
            <a:lvl9pPr marL="7315200" indent="0" rtl="0">
              <a:buFont typeface="Arial"/>
              <a:buNone/>
              <a:defRPr sz="3200" b="1">
                <a:uFillTx/>
              </a:defRPr>
            </a:lvl9pPr>
          </a:lstStyle>
          <a:p>
            <a:endParaRPr>
              <a:uFillTx/>
            </a:endParaRPr>
          </a:p>
        </p:txBody>
      </p:sp>
      <p:sp>
        <p:nvSpPr>
          <p:cNvPr id="40" name="Shape 40"/>
          <p:cNvSpPr txBox="1">
            <a:spLocks noGrp="1"/>
          </p:cNvSpPr>
          <p:nvPr>
            <p:ph type="body" idx="4"/>
          </p:nvPr>
        </p:nvSpPr>
        <p:spPr>
          <a:xfrm>
            <a:off x="22294851" y="10439401"/>
            <a:ext cx="19402426" cy="18967450"/>
          </a:xfrm>
          <a:prstGeom prst="rect">
            <a:avLst/>
          </a:prstGeom>
          <a:noFill/>
          <a:ln>
            <a:noFill/>
          </a:ln>
        </p:spPr>
        <p:txBody>
          <a:bodyPr lIns="182850" tIns="182850" rIns="182850" bIns="182850" anchor="t" anchorCtr="0"/>
          <a:lstStyle>
            <a:lvl1pPr rtl="0">
              <a:defRPr sz="4800">
                <a:uFillTx/>
              </a:defRPr>
            </a:lvl1pPr>
            <a:lvl2pPr rtl="0">
              <a:defRPr sz="4000">
                <a:uFillTx/>
              </a:defRPr>
            </a:lvl2pPr>
            <a:lvl3pPr rtl="0">
              <a:defRPr sz="3600">
                <a:uFillTx/>
              </a:defRPr>
            </a:lvl3pPr>
            <a:lvl4pPr rtl="0">
              <a:defRPr sz="3200">
                <a:uFillTx/>
              </a:defRPr>
            </a:lvl4pPr>
            <a:lvl5pPr rtl="0">
              <a:defRPr sz="3200">
                <a:uFillTx/>
              </a:defRPr>
            </a:lvl5pPr>
            <a:lvl6pPr rtl="0">
              <a:defRPr sz="3200">
                <a:uFillTx/>
              </a:defRPr>
            </a:lvl6pPr>
            <a:lvl7pPr rtl="0">
              <a:defRPr sz="3200">
                <a:uFillTx/>
              </a:defRPr>
            </a:lvl7pPr>
            <a:lvl8pPr rtl="0">
              <a:defRPr sz="3200">
                <a:uFillTx/>
              </a:defRPr>
            </a:lvl8pPr>
            <a:lvl9pPr rtl="0">
              <a:defRPr sz="3200">
                <a:uFillTx/>
              </a:defRPr>
            </a:lvl9pPr>
          </a:lstStyle>
          <a:p>
            <a:endParaRPr>
              <a:uFillTx/>
            </a:endParaRPr>
          </a:p>
        </p:txBody>
      </p:sp>
      <p:sp>
        <p:nvSpPr>
          <p:cNvPr id="41" name="Shape 41"/>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42" name="Shape 42"/>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43" name="Shape 43"/>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Only">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46" name="Shape 46"/>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47" name="Shape 47"/>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48" name="Shape 48"/>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9"/>
        <p:cNvGrpSpPr/>
        <p:nvPr/>
      </p:nvGrpSpPr>
      <p:grpSpPr>
        <a:xfrm>
          <a:off x="0" y="0"/>
          <a:ext cx="0" cy="0"/>
          <a:chOff x="0" y="0"/>
          <a:chExt cx="0" cy="0"/>
        </a:xfrm>
      </p:grpSpPr>
      <p:sp>
        <p:nvSpPr>
          <p:cNvPr id="50" name="Shape 50"/>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51" name="Shape 51"/>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52" name="Shape 52"/>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Tx">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2193924" y="1311275"/>
            <a:ext cx="14439900" cy="5578474"/>
          </a:xfrm>
          <a:prstGeom prst="rect">
            <a:avLst/>
          </a:prstGeom>
          <a:noFill/>
          <a:ln>
            <a:noFill/>
          </a:ln>
        </p:spPr>
        <p:txBody>
          <a:bodyPr lIns="182850" tIns="182850" rIns="182850" bIns="182850" anchor="b" anchorCtr="0"/>
          <a:lstStyle>
            <a:lvl1pPr algn="l" rtl="0">
              <a:defRPr sz="4000" b="1">
                <a:uFillTx/>
              </a:defRPr>
            </a:lvl1pPr>
            <a:lvl2pPr rtl="0">
              <a:defRPr>
                <a:uFillTx/>
              </a:defRPr>
            </a:lvl2pPr>
            <a:lvl3pPr rtl="0">
              <a:defRPr>
                <a:uFillTx/>
              </a:defRPr>
            </a:lvl3pPr>
            <a:lvl4pPr rtl="0">
              <a:defRPr>
                <a:uFillTx/>
              </a:defRPr>
            </a:lvl4pPr>
            <a:lvl5pPr rtl="0">
              <a:defRPr>
                <a:uFillTx/>
              </a:defRPr>
            </a:lvl5pPr>
            <a:lvl6pPr rtl="0">
              <a:defRPr>
                <a:uFillTx/>
              </a:defRPr>
            </a:lvl6pPr>
            <a:lvl7pPr rtl="0">
              <a:defRPr>
                <a:uFillTx/>
              </a:defRPr>
            </a:lvl7pPr>
            <a:lvl8pPr rtl="0">
              <a:defRPr>
                <a:uFillTx/>
              </a:defRPr>
            </a:lvl8pPr>
            <a:lvl9pPr rtl="0">
              <a:defRPr>
                <a:uFillTx/>
              </a:defRPr>
            </a:lvl9pPr>
          </a:lstStyle>
          <a:p>
            <a:endParaRPr>
              <a:uFillTx/>
            </a:endParaRPr>
          </a:p>
        </p:txBody>
      </p:sp>
      <p:sp>
        <p:nvSpPr>
          <p:cNvPr id="55" name="Shape 55"/>
          <p:cNvSpPr txBox="1">
            <a:spLocks noGrp="1"/>
          </p:cNvSpPr>
          <p:nvPr>
            <p:ph type="body" idx="1"/>
          </p:nvPr>
        </p:nvSpPr>
        <p:spPr>
          <a:xfrm>
            <a:off x="17160877" y="1311275"/>
            <a:ext cx="24536398" cy="28095574"/>
          </a:xfrm>
          <a:prstGeom prst="rect">
            <a:avLst/>
          </a:prstGeom>
          <a:noFill/>
          <a:ln>
            <a:noFill/>
          </a:ln>
        </p:spPr>
        <p:txBody>
          <a:bodyPr lIns="182850" tIns="182850" rIns="182850" bIns="182850" anchor="t" anchorCtr="0"/>
          <a:lstStyle>
            <a:lvl1pPr rtl="0">
              <a:defRPr sz="6400">
                <a:uFillTx/>
              </a:defRPr>
            </a:lvl1pPr>
            <a:lvl2pPr rtl="0">
              <a:defRPr sz="5600">
                <a:uFillTx/>
              </a:defRPr>
            </a:lvl2pPr>
            <a:lvl3pPr rtl="0">
              <a:defRPr sz="4800">
                <a:uFillTx/>
              </a:defRPr>
            </a:lvl3pPr>
            <a:lvl4pPr rtl="0">
              <a:defRPr sz="4000">
                <a:uFillTx/>
              </a:defRPr>
            </a:lvl4pPr>
            <a:lvl5pPr rtl="0">
              <a:defRPr sz="4000">
                <a:uFillTx/>
              </a:defRPr>
            </a:lvl5pPr>
            <a:lvl6pPr rtl="0">
              <a:defRPr sz="4000">
                <a:uFillTx/>
              </a:defRPr>
            </a:lvl6pPr>
            <a:lvl7pPr rtl="0">
              <a:defRPr sz="4000">
                <a:uFillTx/>
              </a:defRPr>
            </a:lvl7pPr>
            <a:lvl8pPr rtl="0">
              <a:defRPr sz="4000">
                <a:uFillTx/>
              </a:defRPr>
            </a:lvl8pPr>
            <a:lvl9pPr rtl="0">
              <a:defRPr sz="4000">
                <a:uFillTx/>
              </a:defRPr>
            </a:lvl9pPr>
          </a:lstStyle>
          <a:p>
            <a:endParaRPr>
              <a:uFillTx/>
            </a:endParaRPr>
          </a:p>
        </p:txBody>
      </p:sp>
      <p:sp>
        <p:nvSpPr>
          <p:cNvPr id="56" name="Shape 56"/>
          <p:cNvSpPr txBox="1">
            <a:spLocks noGrp="1"/>
          </p:cNvSpPr>
          <p:nvPr>
            <p:ph type="body" idx="2"/>
          </p:nvPr>
        </p:nvSpPr>
        <p:spPr>
          <a:xfrm>
            <a:off x="2193924" y="6889750"/>
            <a:ext cx="14439900" cy="22517100"/>
          </a:xfrm>
          <a:prstGeom prst="rect">
            <a:avLst/>
          </a:prstGeom>
          <a:noFill/>
          <a:ln>
            <a:noFill/>
          </a:ln>
        </p:spPr>
        <p:txBody>
          <a:bodyPr lIns="182850" tIns="182850" rIns="182850" bIns="182850" anchor="t" anchorCtr="0"/>
          <a:lstStyle>
            <a:lvl1pPr marL="0" indent="0" rtl="0">
              <a:buFont typeface="Arial"/>
              <a:buNone/>
              <a:defRPr sz="2800">
                <a:uFillTx/>
              </a:defRPr>
            </a:lvl1pPr>
            <a:lvl2pPr marL="914400" indent="0" rtl="0">
              <a:buFont typeface="Arial"/>
              <a:buNone/>
              <a:defRPr sz="2400">
                <a:uFillTx/>
              </a:defRPr>
            </a:lvl2pPr>
            <a:lvl3pPr marL="1828800" indent="0" rtl="0">
              <a:buFont typeface="Arial"/>
              <a:buNone/>
              <a:defRPr sz="2000">
                <a:uFillTx/>
              </a:defRPr>
            </a:lvl3pPr>
            <a:lvl4pPr marL="2743200" indent="0" rtl="0">
              <a:buFont typeface="Arial"/>
              <a:buNone/>
              <a:defRPr sz="1800">
                <a:uFillTx/>
              </a:defRPr>
            </a:lvl4pPr>
            <a:lvl5pPr marL="3657600" indent="0" rtl="0">
              <a:buFont typeface="Arial"/>
              <a:buNone/>
              <a:defRPr sz="1800">
                <a:uFillTx/>
              </a:defRPr>
            </a:lvl5pPr>
            <a:lvl6pPr marL="4572000" indent="0" rtl="0">
              <a:buFont typeface="Arial"/>
              <a:buNone/>
              <a:defRPr sz="1800">
                <a:uFillTx/>
              </a:defRPr>
            </a:lvl6pPr>
            <a:lvl7pPr marL="5486400" indent="0" rtl="0">
              <a:buFont typeface="Arial"/>
              <a:buNone/>
              <a:defRPr sz="1800">
                <a:uFillTx/>
              </a:defRPr>
            </a:lvl7pPr>
            <a:lvl8pPr marL="6400800" indent="0" rtl="0">
              <a:buFont typeface="Arial"/>
              <a:buNone/>
              <a:defRPr sz="1800">
                <a:uFillTx/>
              </a:defRPr>
            </a:lvl8pPr>
            <a:lvl9pPr marL="7315200" indent="0" rtl="0">
              <a:buFont typeface="Arial"/>
              <a:buNone/>
              <a:defRPr sz="1800">
                <a:uFillTx/>
              </a:defRPr>
            </a:lvl9pPr>
          </a:lstStyle>
          <a:p>
            <a:endParaRPr>
              <a:uFillTx/>
            </a:endParaRPr>
          </a:p>
        </p:txBody>
      </p:sp>
      <p:sp>
        <p:nvSpPr>
          <p:cNvPr id="57" name="Shape 57"/>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58" name="Shape 58"/>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59" name="Shape 59"/>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x">
    <p:spTree>
      <p:nvGrpSpPr>
        <p:cNvPr id="1" name="Shape 60"/>
        <p:cNvGrpSpPr/>
        <p:nvPr/>
      </p:nvGrpSpPr>
      <p:grpSpPr>
        <a:xfrm>
          <a:off x="0" y="0"/>
          <a:ext cx="0" cy="0"/>
          <a:chOff x="0" y="0"/>
          <a:chExt cx="0" cy="0"/>
        </a:xfrm>
      </p:grpSpPr>
      <p:sp>
        <p:nvSpPr>
          <p:cNvPr id="61" name="Shape 61"/>
          <p:cNvSpPr txBox="1">
            <a:spLocks noGrp="1"/>
          </p:cNvSpPr>
          <p:nvPr>
            <p:ph type="title"/>
          </p:nvPr>
        </p:nvSpPr>
        <p:spPr>
          <a:xfrm>
            <a:off x="8604251" y="23044151"/>
            <a:ext cx="26333450" cy="2717798"/>
          </a:xfrm>
          <a:prstGeom prst="rect">
            <a:avLst/>
          </a:prstGeom>
          <a:noFill/>
          <a:ln>
            <a:noFill/>
          </a:ln>
        </p:spPr>
        <p:txBody>
          <a:bodyPr lIns="182850" tIns="182850" rIns="182850" bIns="182850" anchor="b" anchorCtr="0"/>
          <a:lstStyle>
            <a:lvl1pPr algn="l" rtl="0">
              <a:defRPr sz="4000" b="1">
                <a:uFillTx/>
              </a:defRPr>
            </a:lvl1pPr>
            <a:lvl2pPr rtl="0">
              <a:defRPr>
                <a:uFillTx/>
              </a:defRPr>
            </a:lvl2pPr>
            <a:lvl3pPr rtl="0">
              <a:defRPr>
                <a:uFillTx/>
              </a:defRPr>
            </a:lvl3pPr>
            <a:lvl4pPr rtl="0">
              <a:defRPr>
                <a:uFillTx/>
              </a:defRPr>
            </a:lvl4pPr>
            <a:lvl5pPr rtl="0">
              <a:defRPr>
                <a:uFillTx/>
              </a:defRPr>
            </a:lvl5pPr>
            <a:lvl6pPr rtl="0">
              <a:defRPr>
                <a:uFillTx/>
              </a:defRPr>
            </a:lvl6pPr>
            <a:lvl7pPr rtl="0">
              <a:defRPr>
                <a:uFillTx/>
              </a:defRPr>
            </a:lvl7pPr>
            <a:lvl8pPr rtl="0">
              <a:defRPr>
                <a:uFillTx/>
              </a:defRPr>
            </a:lvl8pPr>
            <a:lvl9pPr rtl="0">
              <a:defRPr>
                <a:uFillTx/>
              </a:defRPr>
            </a:lvl9pPr>
          </a:lstStyle>
          <a:p>
            <a:endParaRPr>
              <a:uFillTx/>
            </a:endParaRPr>
          </a:p>
        </p:txBody>
      </p:sp>
      <p:sp>
        <p:nvSpPr>
          <p:cNvPr id="62" name="Shape 62"/>
          <p:cNvSpPr>
            <a:spLocks noGrp="1"/>
          </p:cNvSpPr>
          <p:nvPr>
            <p:ph type="pic" idx="2"/>
          </p:nvPr>
        </p:nvSpPr>
        <p:spPr>
          <a:xfrm>
            <a:off x="8604251" y="2940051"/>
            <a:ext cx="26333450" cy="19751674"/>
          </a:xfrm>
          <a:prstGeom prst="rect">
            <a:avLst/>
          </a:prstGeom>
          <a:noFill/>
          <a:ln>
            <a:noFill/>
          </a:ln>
        </p:spPr>
        <p:txBody>
          <a:bodyPr lIns="182850" tIns="182850" rIns="182850" bIns="182850" anchor="t" anchorCtr="0"/>
          <a:lstStyle>
            <a:lvl1pPr marL="0" marR="0" indent="0" algn="l" rtl="0">
              <a:buClr>
                <a:schemeClr val="dk1"/>
              </a:buClr>
              <a:buFont typeface="Arial"/>
              <a:buNone/>
              <a:defRPr sz="6400" b="0" i="0" u="none" strike="noStrike" cap="none" baseline="0">
                <a:solidFill>
                  <a:schemeClr val="dk1"/>
                </a:solidFill>
                <a:uFillTx/>
                <a:latin typeface="Arial"/>
                <a:ea typeface="Arial"/>
                <a:cs typeface="Arial"/>
                <a:sym typeface="Arial"/>
              </a:defRPr>
            </a:lvl1pPr>
            <a:lvl2pPr marL="914400" marR="0" indent="0" algn="l" rtl="0">
              <a:buClr>
                <a:schemeClr val="dk1"/>
              </a:buClr>
              <a:buFont typeface="Arial"/>
              <a:buNone/>
              <a:defRPr sz="5600" b="0" i="0" u="none" strike="noStrike" cap="none" baseline="0">
                <a:solidFill>
                  <a:schemeClr val="dk1"/>
                </a:solidFill>
                <a:uFillTx/>
                <a:latin typeface="Arial"/>
                <a:ea typeface="Arial"/>
                <a:cs typeface="Arial"/>
                <a:sym typeface="Arial"/>
              </a:defRPr>
            </a:lvl2pPr>
            <a:lvl3pPr marL="1828800" marR="0" indent="0" algn="l" rtl="0">
              <a:buClr>
                <a:schemeClr val="dk1"/>
              </a:buClr>
              <a:buFont typeface="Arial"/>
              <a:buNone/>
              <a:defRPr sz="4800" b="0" i="0" u="none" strike="noStrike" cap="none" baseline="0">
                <a:solidFill>
                  <a:schemeClr val="dk1"/>
                </a:solidFill>
                <a:uFillTx/>
                <a:latin typeface="Arial"/>
                <a:ea typeface="Arial"/>
                <a:cs typeface="Arial"/>
                <a:sym typeface="Arial"/>
              </a:defRPr>
            </a:lvl3pPr>
            <a:lvl4pPr marL="27432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4pPr>
            <a:lvl5pPr marL="36576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5pPr>
            <a:lvl6pPr marL="45720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6pPr>
            <a:lvl7pPr marL="54864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7pPr>
            <a:lvl8pPr marL="64008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8pPr>
            <a:lvl9pPr marL="73152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9pPr>
          </a:lstStyle>
          <a:p>
            <a:endParaRPr>
              <a:uFillTx/>
            </a:endParaRPr>
          </a:p>
        </p:txBody>
      </p:sp>
      <p:sp>
        <p:nvSpPr>
          <p:cNvPr id="63" name="Shape 63"/>
          <p:cNvSpPr txBox="1">
            <a:spLocks noGrp="1"/>
          </p:cNvSpPr>
          <p:nvPr>
            <p:ph type="body" idx="1"/>
          </p:nvPr>
        </p:nvSpPr>
        <p:spPr>
          <a:xfrm>
            <a:off x="8604251" y="25761950"/>
            <a:ext cx="26333450" cy="3863976"/>
          </a:xfrm>
          <a:prstGeom prst="rect">
            <a:avLst/>
          </a:prstGeom>
          <a:noFill/>
          <a:ln>
            <a:noFill/>
          </a:ln>
        </p:spPr>
        <p:txBody>
          <a:bodyPr lIns="182850" tIns="182850" rIns="182850" bIns="182850" anchor="t" anchorCtr="0"/>
          <a:lstStyle>
            <a:lvl1pPr marL="0" indent="0" rtl="0">
              <a:buFont typeface="Arial"/>
              <a:buNone/>
              <a:defRPr sz="2800">
                <a:uFillTx/>
              </a:defRPr>
            </a:lvl1pPr>
            <a:lvl2pPr marL="914400" indent="0" rtl="0">
              <a:buFont typeface="Arial"/>
              <a:buNone/>
              <a:defRPr sz="2400">
                <a:uFillTx/>
              </a:defRPr>
            </a:lvl2pPr>
            <a:lvl3pPr marL="1828800" indent="0" rtl="0">
              <a:buFont typeface="Arial"/>
              <a:buNone/>
              <a:defRPr sz="2000">
                <a:uFillTx/>
              </a:defRPr>
            </a:lvl3pPr>
            <a:lvl4pPr marL="2743200" indent="0" rtl="0">
              <a:buFont typeface="Arial"/>
              <a:buNone/>
              <a:defRPr sz="1800">
                <a:uFillTx/>
              </a:defRPr>
            </a:lvl4pPr>
            <a:lvl5pPr marL="3657600" indent="0" rtl="0">
              <a:buFont typeface="Arial"/>
              <a:buNone/>
              <a:defRPr sz="1800">
                <a:uFillTx/>
              </a:defRPr>
            </a:lvl5pPr>
            <a:lvl6pPr marL="4572000" indent="0" rtl="0">
              <a:buFont typeface="Arial"/>
              <a:buNone/>
              <a:defRPr sz="1800">
                <a:uFillTx/>
              </a:defRPr>
            </a:lvl6pPr>
            <a:lvl7pPr marL="5486400" indent="0" rtl="0">
              <a:buFont typeface="Arial"/>
              <a:buNone/>
              <a:defRPr sz="1800">
                <a:uFillTx/>
              </a:defRPr>
            </a:lvl7pPr>
            <a:lvl8pPr marL="6400800" indent="0" rtl="0">
              <a:buFont typeface="Arial"/>
              <a:buNone/>
              <a:defRPr sz="1800">
                <a:uFillTx/>
              </a:defRPr>
            </a:lvl8pPr>
            <a:lvl9pPr marL="7315200" indent="0" rtl="0">
              <a:buFont typeface="Arial"/>
              <a:buNone/>
              <a:defRPr sz="1800">
                <a:uFillTx/>
              </a:defRPr>
            </a:lvl9pPr>
          </a:lstStyle>
          <a:p>
            <a:endParaRPr>
              <a:uFillTx/>
            </a:endParaRPr>
          </a:p>
        </p:txBody>
      </p:sp>
      <p:sp>
        <p:nvSpPr>
          <p:cNvPr id="64" name="Shape 64"/>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65" name="Shape 65"/>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66" name="Shape 66"/>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Tx">
    <p:spTree>
      <p:nvGrpSpPr>
        <p:cNvPr id="1" name="Shape 67"/>
        <p:cNvGrpSpPr/>
        <p:nvPr/>
      </p:nvGrpSpPr>
      <p:grpSpPr>
        <a:xfrm>
          <a:off x="0" y="0"/>
          <a:ext cx="0" cy="0"/>
          <a:chOff x="0" y="0"/>
          <a:chExt cx="0" cy="0"/>
        </a:xfrm>
      </p:grpSpPr>
      <p:sp>
        <p:nvSpPr>
          <p:cNvPr id="68" name="Shape 68"/>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69" name="Shape 69"/>
          <p:cNvSpPr txBox="1">
            <a:spLocks noGrp="1"/>
          </p:cNvSpPr>
          <p:nvPr>
            <p:ph type="body" idx="1"/>
          </p:nvPr>
        </p:nvSpPr>
        <p:spPr>
          <a:xfrm rot="5400000">
            <a:off x="11082337" y="-1208085"/>
            <a:ext cx="21726522" cy="39503350"/>
          </a:xfrm>
          <a:prstGeom prst="rect">
            <a:avLst/>
          </a:prstGeom>
          <a:noFill/>
          <a:ln>
            <a:noFill/>
          </a:ln>
        </p:spPr>
        <p:txBody>
          <a:bodyPr lIns="182850" tIns="182850" rIns="182850" bIns="182850" anchor="t" anchorCtr="0"/>
          <a:lstStyle>
            <a:lvl1pPr marL="2117726" indent="-1362076" algn="l" rtl="0">
              <a:spcBef>
                <a:spcPts val="3960"/>
              </a:spcBef>
              <a:spcAft>
                <a:spcPts val="0"/>
              </a:spcAft>
              <a:buClr>
                <a:schemeClr val="dk1"/>
              </a:buClr>
              <a:buFont typeface="Arial"/>
              <a:buChar char="•"/>
              <a:defRPr sz="19800">
                <a:solidFill>
                  <a:schemeClr val="dk1"/>
                </a:solidFill>
                <a:uFillTx/>
                <a:latin typeface="Arial"/>
                <a:ea typeface="Arial"/>
                <a:cs typeface="Arial"/>
                <a:sym typeface="Arial"/>
              </a:defRPr>
            </a:lvl1pPr>
            <a:lvl2pPr marL="4584700" indent="-1111250" algn="l" rtl="0">
              <a:spcBef>
                <a:spcPts val="3440"/>
              </a:spcBef>
              <a:spcAft>
                <a:spcPts val="0"/>
              </a:spcAft>
              <a:buClr>
                <a:schemeClr val="dk1"/>
              </a:buClr>
              <a:buFont typeface="Arial"/>
              <a:buChar char="•"/>
              <a:defRPr sz="17200">
                <a:solidFill>
                  <a:schemeClr val="dk1"/>
                </a:solidFill>
                <a:uFillTx/>
                <a:latin typeface="Arial"/>
                <a:ea typeface="Arial"/>
                <a:cs typeface="Arial"/>
                <a:sym typeface="Arial"/>
              </a:defRPr>
            </a:lvl2pPr>
            <a:lvl3pPr marL="7054850" indent="-850900" algn="l" rtl="0">
              <a:spcBef>
                <a:spcPts val="2960"/>
              </a:spcBef>
              <a:spcAft>
                <a:spcPts val="0"/>
              </a:spcAft>
              <a:buClr>
                <a:schemeClr val="dk1"/>
              </a:buClr>
              <a:buFont typeface="Arial"/>
              <a:buChar char="•"/>
              <a:defRPr sz="14800">
                <a:solidFill>
                  <a:schemeClr val="dk1"/>
                </a:solidFill>
                <a:uFillTx/>
                <a:latin typeface="Arial"/>
                <a:ea typeface="Arial"/>
                <a:cs typeface="Arial"/>
                <a:sym typeface="Arial"/>
              </a:defRPr>
            </a:lvl3pPr>
            <a:lvl4pPr marL="9874250" indent="-946150"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4pPr>
            <a:lvl5pPr marL="12696826" indent="-949324"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5pPr>
            <a:lvl6pPr marL="136112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6pPr>
            <a:lvl7pPr marL="145256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7pPr>
            <a:lvl8pPr marL="154400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8pPr>
            <a:lvl9pPr marL="163544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9pPr>
          </a:lstStyle>
          <a:p>
            <a:endParaRPr>
              <a:uFillTx/>
            </a:endParaRPr>
          </a:p>
        </p:txBody>
      </p:sp>
      <p:sp>
        <p:nvSpPr>
          <p:cNvPr id="70" name="Shape 70"/>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71" name="Shape 71"/>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72" name="Shape 72"/>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TitleAndTx">
    <p:spTree>
      <p:nvGrpSpPr>
        <p:cNvPr id="1" name="Shape 73"/>
        <p:cNvGrpSpPr/>
        <p:nvPr/>
      </p:nvGrpSpPr>
      <p:grpSpPr>
        <a:xfrm>
          <a:off x="0" y="0"/>
          <a:ext cx="0" cy="0"/>
          <a:chOff x="0" y="0"/>
          <a:chExt cx="0" cy="0"/>
        </a:xfrm>
      </p:grpSpPr>
      <p:sp>
        <p:nvSpPr>
          <p:cNvPr id="74" name="Shape 74"/>
          <p:cNvSpPr txBox="1">
            <a:spLocks noGrp="1"/>
          </p:cNvSpPr>
          <p:nvPr>
            <p:ph type="title"/>
          </p:nvPr>
        </p:nvSpPr>
        <p:spPr>
          <a:xfrm rot="5400000">
            <a:off x="22715539" y="10425112"/>
            <a:ext cx="28089222" cy="987424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75" name="Shape 75"/>
          <p:cNvSpPr txBox="1">
            <a:spLocks noGrp="1"/>
          </p:cNvSpPr>
          <p:nvPr>
            <p:ph type="body" idx="1"/>
          </p:nvPr>
        </p:nvSpPr>
        <p:spPr>
          <a:xfrm rot="5400000">
            <a:off x="2811463" y="700086"/>
            <a:ext cx="28089222" cy="29324300"/>
          </a:xfrm>
          <a:prstGeom prst="rect">
            <a:avLst/>
          </a:prstGeom>
          <a:noFill/>
          <a:ln>
            <a:noFill/>
          </a:ln>
        </p:spPr>
        <p:txBody>
          <a:bodyPr lIns="182850" tIns="182850" rIns="182850" bIns="182850" anchor="t" anchorCtr="0"/>
          <a:lstStyle>
            <a:lvl1pPr marL="2117726" indent="-1362076" algn="l" rtl="0">
              <a:spcBef>
                <a:spcPts val="3960"/>
              </a:spcBef>
              <a:spcAft>
                <a:spcPts val="0"/>
              </a:spcAft>
              <a:buClr>
                <a:schemeClr val="dk1"/>
              </a:buClr>
              <a:buFont typeface="Arial"/>
              <a:buChar char="•"/>
              <a:defRPr sz="19800">
                <a:solidFill>
                  <a:schemeClr val="dk1"/>
                </a:solidFill>
                <a:uFillTx/>
                <a:latin typeface="Arial"/>
                <a:ea typeface="Arial"/>
                <a:cs typeface="Arial"/>
                <a:sym typeface="Arial"/>
              </a:defRPr>
            </a:lvl1pPr>
            <a:lvl2pPr marL="4584700" indent="-1111250" algn="l" rtl="0">
              <a:spcBef>
                <a:spcPts val="3440"/>
              </a:spcBef>
              <a:spcAft>
                <a:spcPts val="0"/>
              </a:spcAft>
              <a:buClr>
                <a:schemeClr val="dk1"/>
              </a:buClr>
              <a:buFont typeface="Arial"/>
              <a:buChar char="•"/>
              <a:defRPr sz="17200">
                <a:solidFill>
                  <a:schemeClr val="dk1"/>
                </a:solidFill>
                <a:uFillTx/>
                <a:latin typeface="Arial"/>
                <a:ea typeface="Arial"/>
                <a:cs typeface="Arial"/>
                <a:sym typeface="Arial"/>
              </a:defRPr>
            </a:lvl2pPr>
            <a:lvl3pPr marL="7054850" indent="-850900" algn="l" rtl="0">
              <a:spcBef>
                <a:spcPts val="2960"/>
              </a:spcBef>
              <a:spcAft>
                <a:spcPts val="0"/>
              </a:spcAft>
              <a:buClr>
                <a:schemeClr val="dk1"/>
              </a:buClr>
              <a:buFont typeface="Arial"/>
              <a:buChar char="•"/>
              <a:defRPr sz="14800">
                <a:solidFill>
                  <a:schemeClr val="dk1"/>
                </a:solidFill>
                <a:uFillTx/>
                <a:latin typeface="Arial"/>
                <a:ea typeface="Arial"/>
                <a:cs typeface="Arial"/>
                <a:sym typeface="Arial"/>
              </a:defRPr>
            </a:lvl3pPr>
            <a:lvl4pPr marL="9874250" indent="-946150"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4pPr>
            <a:lvl5pPr marL="12696826" indent="-949324"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5pPr>
            <a:lvl6pPr marL="136112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6pPr>
            <a:lvl7pPr marL="145256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7pPr>
            <a:lvl8pPr marL="154400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8pPr>
            <a:lvl9pPr marL="163544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9pPr>
          </a:lstStyle>
          <a:p>
            <a:endParaRPr>
              <a:uFillTx/>
            </a:endParaRPr>
          </a:p>
        </p:txBody>
      </p:sp>
      <p:sp>
        <p:nvSpPr>
          <p:cNvPr id="76" name="Shape 76"/>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77" name="Shape 77"/>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78" name="Shape 78"/>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1pPr>
            <a:lvl2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2pPr>
            <a:lvl3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3pPr>
            <a:lvl4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4pPr>
            <a:lvl5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5pPr>
            <a:lvl6pPr marL="45720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6pPr>
            <a:lvl7pPr marL="91440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7pPr>
            <a:lvl8pPr marL="137160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8pPr>
            <a:lvl9pPr marL="182880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9pPr>
          </a:lstStyle>
          <a:p>
            <a:endParaRPr>
              <a:uFillTx/>
            </a:endParaRPr>
          </a:p>
        </p:txBody>
      </p:sp>
      <p:sp>
        <p:nvSpPr>
          <p:cNvPr id="6" name="Shape 6"/>
          <p:cNvSpPr txBox="1">
            <a:spLocks noGrp="1"/>
          </p:cNvSpPr>
          <p:nvPr>
            <p:ph type="body" idx="1"/>
          </p:nvPr>
        </p:nvSpPr>
        <p:spPr>
          <a:xfrm>
            <a:off x="2193925" y="7680325"/>
            <a:ext cx="39503350" cy="21726522"/>
          </a:xfrm>
          <a:prstGeom prst="rect">
            <a:avLst/>
          </a:prstGeom>
          <a:noFill/>
          <a:ln>
            <a:noFill/>
          </a:ln>
        </p:spPr>
        <p:txBody>
          <a:bodyPr lIns="182850" tIns="182850" rIns="182850" bIns="182850" anchor="t" anchorCtr="0"/>
          <a:lstStyle>
            <a:lvl1pPr marL="1058863" marR="0" indent="-681038" algn="l" rtl="0">
              <a:spcBef>
                <a:spcPts val="1980"/>
              </a:spcBef>
              <a:spcAft>
                <a:spcPts val="0"/>
              </a:spcAft>
              <a:buClr>
                <a:schemeClr val="dk1"/>
              </a:buClr>
              <a:buFont typeface="Arial"/>
              <a:buChar char="•"/>
              <a:defRPr sz="9900" b="0" i="0" u="none" strike="noStrike" cap="none" baseline="0">
                <a:solidFill>
                  <a:schemeClr val="dk1"/>
                </a:solidFill>
                <a:uFillTx/>
                <a:latin typeface="Arial"/>
                <a:ea typeface="Arial"/>
                <a:cs typeface="Arial"/>
                <a:sym typeface="Arial"/>
              </a:defRPr>
            </a:lvl1pPr>
            <a:lvl2pPr marL="2292350" marR="0" indent="-555625" algn="l" rtl="0">
              <a:spcBef>
                <a:spcPts val="1720"/>
              </a:spcBef>
              <a:spcAft>
                <a:spcPts val="0"/>
              </a:spcAft>
              <a:buClr>
                <a:schemeClr val="dk1"/>
              </a:buClr>
              <a:buFont typeface="Arial"/>
              <a:buChar char="•"/>
              <a:defRPr sz="8600" b="0" i="0" u="none" strike="noStrike" cap="none" baseline="0">
                <a:solidFill>
                  <a:schemeClr val="dk1"/>
                </a:solidFill>
                <a:uFillTx/>
                <a:latin typeface="Arial"/>
                <a:ea typeface="Arial"/>
                <a:cs typeface="Arial"/>
                <a:sym typeface="Arial"/>
              </a:defRPr>
            </a:lvl2pPr>
            <a:lvl3pPr marL="3527425" marR="0" indent="-425450" algn="l" rtl="0">
              <a:spcBef>
                <a:spcPts val="1480"/>
              </a:spcBef>
              <a:spcAft>
                <a:spcPts val="0"/>
              </a:spcAft>
              <a:buClr>
                <a:schemeClr val="dk1"/>
              </a:buClr>
              <a:buFont typeface="Arial"/>
              <a:buChar char="•"/>
              <a:defRPr sz="7400" b="0" i="0" u="none" strike="noStrike" cap="none" baseline="0">
                <a:solidFill>
                  <a:schemeClr val="dk1"/>
                </a:solidFill>
                <a:uFillTx/>
                <a:latin typeface="Arial"/>
                <a:ea typeface="Arial"/>
                <a:cs typeface="Arial"/>
                <a:sym typeface="Arial"/>
              </a:defRPr>
            </a:lvl3pPr>
            <a:lvl4pPr marL="4937125" marR="0" indent="-473075"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4pPr>
            <a:lvl5pPr marL="6348413" marR="0" indent="-474662"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5pPr>
            <a:lvl6pPr marL="6805613" marR="0" indent="-474663"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6pPr>
            <a:lvl7pPr marL="7262813" marR="0" indent="-474663"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7pPr>
            <a:lvl8pPr marL="7720013" marR="0" indent="-474663"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8pPr>
            <a:lvl9pPr marL="8177213" marR="0" indent="-474663"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9pPr>
          </a:lstStyle>
          <a:p>
            <a:endParaRPr>
              <a:uFillTx/>
            </a:endParaRPr>
          </a:p>
        </p:txBody>
      </p:sp>
      <p:sp>
        <p:nvSpPr>
          <p:cNvPr id="7" name="Shape 7"/>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8" name="Shape 8"/>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9" name="Shape 9"/>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1pPr>
      <a:lvl2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1pPr>
      <a:lvl2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2pPr>
      <a:lvl3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3pPr>
      <a:lvl4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4pPr>
      <a:lvl5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5pPr>
      <a:lvl6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6pPr>
      <a:lvl7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7pPr>
      <a:lvl8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8pPr>
      <a:lvl9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1pPr>
      <a:lvl2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2pPr>
      <a:lvl3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3pPr>
      <a:lvl4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4pPr>
      <a:lvl5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5pPr>
      <a:lvl6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6pPr>
      <a:lvl7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7pPr>
      <a:lvl8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8pPr>
      <a:lvl9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6" name="Shape 86"/>
          <p:cNvSpPr txBox="1">
            <a:spLocks/>
          </p:cNvSpPr>
          <p:nvPr/>
        </p:nvSpPr>
        <p:spPr>
          <a:xfrm>
            <a:off x="874411" y="7339311"/>
            <a:ext cx="12161520" cy="1957755"/>
          </a:xfrm>
          <a:prstGeom prst="rect">
            <a:avLst/>
          </a:prstGeom>
          <a:noFill/>
          <a:ln>
            <a:noFill/>
          </a:ln>
        </p:spPr>
        <p:txBody>
          <a:bodyPr lIns="182850" tIns="91400" rIns="182850" bIns="91400" anchor="t" anchorCtr="0">
            <a:noAutofit/>
          </a:bodyPr>
          <a:lstStyle/>
          <a:p>
            <a:r>
              <a:rPr lang="en-US" sz="1600" dirty="0"/>
              <a:t>This project investigates automated hyperparameter optimization for a deep Convolutional Neural Network (CNN) food classifier trained on a small 10-class dataset. Because limited data restricts generalization and increases overfitting risk, three optimization strategies were implemented and compared: (1) Evolution Strategy ES(1+1) with the 1/5 Success Rule, (2) a second evolutionary method (CMA-ES / Genetic Algorithm), and (3) Random Search as a non-evolutionary baseline. Each method tunes learning rate, dropout, augmentation strength, and label smoothing. Experiments used a residual-style CNN trained with mixed-precision multi-GPU acceleration. Results demonstrate substantial improvements over the baseline model, with evolutionary methods showing stable convergence and improved test accuracy. This work highlights the value of evolutionary optimization for deep learning in small-dataset scenarios.</a:t>
            </a:r>
            <a:endParaRPr lang="en-US" sz="1600" dirty="0">
              <a:uFillTx/>
            </a:endParaRPr>
          </a:p>
        </p:txBody>
      </p:sp>
      <p:sp>
        <p:nvSpPr>
          <p:cNvPr id="89" name="Shape 89"/>
          <p:cNvSpPr txBox="1">
            <a:spLocks/>
          </p:cNvSpPr>
          <p:nvPr/>
        </p:nvSpPr>
        <p:spPr>
          <a:xfrm>
            <a:off x="807268" y="10995785"/>
            <a:ext cx="12194250" cy="3666999"/>
          </a:xfrm>
          <a:prstGeom prst="rect">
            <a:avLst/>
          </a:prstGeom>
          <a:noFill/>
          <a:ln>
            <a:noFill/>
          </a:ln>
        </p:spPr>
        <p:txBody>
          <a:bodyPr lIns="182850" tIns="91400" rIns="182850" bIns="91400" anchor="t" anchorCtr="0">
            <a:noAutofit/>
          </a:bodyPr>
          <a:lstStyle/>
          <a:p>
            <a:pPr marL="285750" lvl="0" indent="-285750">
              <a:buFont typeface="Arial" panose="020B0604020202020204" pitchFamily="34" charset="0"/>
              <a:buChar char="•"/>
            </a:pPr>
            <a:r>
              <a:rPr lang="en-US" sz="1600" b="1" dirty="0"/>
              <a:t>Purpose of the system</a:t>
            </a:r>
            <a:r>
              <a:rPr lang="en-US" sz="1600" dirty="0"/>
              <a:t>: classify 10 food categories</a:t>
            </a:r>
          </a:p>
          <a:p>
            <a:pPr marL="285750" lvl="0" indent="-285750">
              <a:buFont typeface="Arial" panose="020B0604020202020204" pitchFamily="34" charset="0"/>
              <a:buChar char="•"/>
            </a:pPr>
            <a:r>
              <a:rPr lang="en-US" sz="1600" b="1" dirty="0"/>
              <a:t>Motivation</a:t>
            </a:r>
            <a:r>
              <a:rPr lang="en-US" sz="1600" dirty="0"/>
              <a:t>: small dataset → CNN requires hyperparameter tuning</a:t>
            </a:r>
          </a:p>
          <a:p>
            <a:pPr marL="285750" lvl="0" indent="-285750">
              <a:buFont typeface="Arial" panose="020B0604020202020204" pitchFamily="34" charset="0"/>
              <a:buChar char="•"/>
            </a:pPr>
            <a:r>
              <a:rPr lang="en-US" sz="1600" b="1" dirty="0"/>
              <a:t>Problem</a:t>
            </a:r>
            <a:r>
              <a:rPr lang="en-US" sz="1600" dirty="0"/>
              <a:t>: baseline accuracy (≈64%) is too low for deployment</a:t>
            </a:r>
          </a:p>
          <a:p>
            <a:pPr marL="285750" lvl="0" indent="-285750">
              <a:buFont typeface="Arial" panose="020B0604020202020204" pitchFamily="34" charset="0"/>
              <a:buChar char="•"/>
            </a:pPr>
            <a:r>
              <a:rPr lang="en-US" sz="1600" b="1" dirty="0"/>
              <a:t>Solution</a:t>
            </a:r>
            <a:r>
              <a:rPr lang="en-US" sz="1600" dirty="0"/>
              <a:t>: evaluate multiple optimization strategies to improve convergence and accuracy</a:t>
            </a:r>
          </a:p>
          <a:p>
            <a:pPr marL="285750" lvl="0" indent="-285750">
              <a:buFont typeface="Arial" panose="020B0604020202020204" pitchFamily="34" charset="0"/>
              <a:buChar char="•"/>
            </a:pPr>
            <a:r>
              <a:rPr lang="en-US" sz="1600" b="1" dirty="0"/>
              <a:t>Contributions</a:t>
            </a:r>
            <a:r>
              <a:rPr lang="en-US" sz="1600" dirty="0"/>
              <a:t>:</a:t>
            </a:r>
            <a:br>
              <a:rPr lang="en-US" sz="1600" dirty="0"/>
            </a:br>
            <a:r>
              <a:rPr lang="en-US" sz="1600" dirty="0"/>
              <a:t>• Custom residual-style CNN</a:t>
            </a:r>
            <a:br>
              <a:rPr lang="en-US" sz="1600" dirty="0"/>
            </a:br>
            <a:r>
              <a:rPr lang="en-US" sz="1600" dirty="0"/>
              <a:t>• ES(1+1) with the 1/5 Success Rule</a:t>
            </a:r>
            <a:br>
              <a:rPr lang="en-US" sz="1600" dirty="0"/>
            </a:br>
            <a:r>
              <a:rPr lang="en-US" sz="1600" dirty="0"/>
              <a:t>• Second evolutionary method (CMA-ES or Genetic Algorithm)</a:t>
            </a:r>
            <a:br>
              <a:rPr lang="en-US" sz="1600" dirty="0"/>
            </a:br>
            <a:r>
              <a:rPr lang="en-US" sz="1600" dirty="0"/>
              <a:t>• Random Search baseline</a:t>
            </a:r>
            <a:br>
              <a:rPr lang="en-US" sz="1600" dirty="0"/>
            </a:br>
            <a:r>
              <a:rPr lang="en-US" sz="1600" dirty="0"/>
              <a:t>• Full comparative analysis across methods</a:t>
            </a:r>
            <a:br>
              <a:rPr lang="en-US" sz="1600" dirty="0"/>
            </a:br>
            <a:r>
              <a:rPr lang="en-US" sz="1600" dirty="0"/>
              <a:t>• Inference with confidence-based out-of-scope detection</a:t>
            </a:r>
          </a:p>
        </p:txBody>
      </p:sp>
      <p:sp>
        <p:nvSpPr>
          <p:cNvPr id="107" name="Shape 107"/>
          <p:cNvSpPr>
            <a:spLocks/>
          </p:cNvSpPr>
          <p:nvPr/>
        </p:nvSpPr>
        <p:spPr>
          <a:xfrm>
            <a:off x="8740136" y="3329046"/>
            <a:ext cx="27645825" cy="1219198"/>
          </a:xfrm>
          <a:prstGeom prst="rect">
            <a:avLst/>
          </a:prstGeom>
          <a:noFill/>
          <a:ln>
            <a:noFill/>
          </a:ln>
        </p:spPr>
        <p:txBody>
          <a:bodyPr lIns="182850" tIns="91400" rIns="182850" bIns="91400" anchor="t" anchorCtr="0">
            <a:noAutofit/>
          </a:bodyPr>
          <a:lstStyle/>
          <a:p>
            <a:pPr algn="ctr">
              <a:spcBef>
                <a:spcPts val="1120"/>
              </a:spcBef>
              <a:buSzPct val="25000"/>
            </a:pPr>
            <a:r>
              <a:rPr lang="en-US" altLang="zh-CN" sz="4400" b="1" dirty="0">
                <a:solidFill>
                  <a:schemeClr val="dk1"/>
                </a:solidFill>
                <a:uFillTx/>
              </a:rPr>
              <a:t>V Harsha Vardhan </a:t>
            </a:r>
            <a:r>
              <a:rPr lang="en-US" altLang="zh-CN" sz="4400" b="1" dirty="0" err="1">
                <a:solidFill>
                  <a:schemeClr val="dk1"/>
                </a:solidFill>
                <a:uFillTx/>
              </a:rPr>
              <a:t>Yellela</a:t>
            </a:r>
            <a:r>
              <a:rPr lang="en-US" altLang="zh-CN" sz="4400" b="1" dirty="0">
                <a:solidFill>
                  <a:schemeClr val="dk1"/>
                </a:solidFill>
                <a:uFillTx/>
              </a:rPr>
              <a:t>, </a:t>
            </a:r>
            <a:r>
              <a:rPr lang="en-US" altLang="zh-CN" sz="4000" b="1" dirty="0">
                <a:solidFill>
                  <a:schemeClr val="dk1"/>
                </a:solidFill>
                <a:uFillTx/>
              </a:rPr>
              <a:t>MSCS Candidate; </a:t>
            </a:r>
            <a:r>
              <a:rPr lang="en-US" altLang="zh-CN" sz="4400" b="1" dirty="0">
                <a:solidFill>
                  <a:schemeClr val="dk1"/>
                </a:solidFill>
                <a:uFillTx/>
              </a:rPr>
              <a:t>CJ Chung, </a:t>
            </a:r>
            <a:r>
              <a:rPr lang="en-US" altLang="zh-CN" sz="4000" b="1" dirty="0">
                <a:solidFill>
                  <a:schemeClr val="dk1"/>
                </a:solidFill>
                <a:uFillTx/>
              </a:rPr>
              <a:t>PhD, Professor</a:t>
            </a:r>
            <a:endParaRPr lang="en-US" sz="4400" b="1" baseline="30000" dirty="0">
              <a:solidFill>
                <a:schemeClr val="dk1"/>
              </a:solidFill>
              <a:uFillTx/>
            </a:endParaRPr>
          </a:p>
        </p:txBody>
      </p:sp>
      <p:sp>
        <p:nvSpPr>
          <p:cNvPr id="108" name="Shape 108"/>
          <p:cNvSpPr>
            <a:spLocks/>
          </p:cNvSpPr>
          <p:nvPr/>
        </p:nvSpPr>
        <p:spPr>
          <a:xfrm>
            <a:off x="13756547" y="21592113"/>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EXPERIMENTAL RESULTS</a:t>
            </a:r>
          </a:p>
        </p:txBody>
      </p:sp>
      <p:sp>
        <p:nvSpPr>
          <p:cNvPr id="109" name="Shape 109"/>
          <p:cNvSpPr>
            <a:spLocks/>
          </p:cNvSpPr>
          <p:nvPr/>
        </p:nvSpPr>
        <p:spPr>
          <a:xfrm>
            <a:off x="918337" y="9817528"/>
            <a:ext cx="1216152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INTRODUCTION</a:t>
            </a:r>
          </a:p>
        </p:txBody>
      </p:sp>
      <p:sp>
        <p:nvSpPr>
          <p:cNvPr id="110" name="Shape 110"/>
          <p:cNvSpPr>
            <a:spLocks/>
          </p:cNvSpPr>
          <p:nvPr/>
        </p:nvSpPr>
        <p:spPr>
          <a:xfrm>
            <a:off x="918337" y="6233872"/>
            <a:ext cx="1216152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ABSTRACT</a:t>
            </a:r>
          </a:p>
        </p:txBody>
      </p:sp>
      <p:sp>
        <p:nvSpPr>
          <p:cNvPr id="111" name="Shape 111"/>
          <p:cNvSpPr>
            <a:spLocks/>
          </p:cNvSpPr>
          <p:nvPr/>
        </p:nvSpPr>
        <p:spPr>
          <a:xfrm>
            <a:off x="28821433" y="16901381"/>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Conclusion</a:t>
            </a:r>
          </a:p>
        </p:txBody>
      </p:sp>
      <p:sp>
        <p:nvSpPr>
          <p:cNvPr id="82" name="Shape 82"/>
          <p:cNvSpPr txBox="1">
            <a:spLocks/>
          </p:cNvSpPr>
          <p:nvPr/>
        </p:nvSpPr>
        <p:spPr>
          <a:xfrm>
            <a:off x="9752327" y="697626"/>
            <a:ext cx="24529278" cy="2095732"/>
          </a:xfrm>
          <a:prstGeom prst="rect">
            <a:avLst/>
          </a:prstGeom>
          <a:noFill/>
          <a:ln>
            <a:noFill/>
          </a:ln>
        </p:spPr>
        <p:txBody>
          <a:bodyPr lIns="182850" tIns="91400" rIns="182850" bIns="91400" anchor="t" anchorCtr="0">
            <a:noAutofit/>
          </a:bodyPr>
          <a:lstStyle/>
          <a:p>
            <a:pPr algn="ctr">
              <a:lnSpc>
                <a:spcPct val="107000"/>
              </a:lnSpc>
              <a:spcAft>
                <a:spcPts val="800"/>
              </a:spcAft>
            </a:pPr>
            <a:r>
              <a:rPr lang="en-US" sz="7200" b="1" dirty="0">
                <a:latin typeface="Times New Roman" panose="02020603050405020304" pitchFamily="18" charset="0"/>
                <a:ea typeface="Times New Roman" panose="02020603050405020304" pitchFamily="18" charset="0"/>
                <a:cs typeface="Times New Roman" panose="02020603050405020304" pitchFamily="18" charset="0"/>
              </a:rPr>
              <a:t>Deep Food Image Classifier with Convolutional Neural Networks and Evolutionary Hyperparameter Optimization</a:t>
            </a:r>
            <a:endParaRPr lang="en-US" sz="6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83" name="Shape 83"/>
          <p:cNvSpPr>
            <a:spLocks/>
          </p:cNvSpPr>
          <p:nvPr/>
        </p:nvSpPr>
        <p:spPr>
          <a:xfrm>
            <a:off x="7174796" y="4304350"/>
            <a:ext cx="30599593" cy="1168400"/>
          </a:xfrm>
          <a:prstGeom prst="rect">
            <a:avLst/>
          </a:prstGeom>
          <a:noFill/>
          <a:ln>
            <a:noFill/>
          </a:ln>
        </p:spPr>
        <p:txBody>
          <a:bodyPr lIns="182850" tIns="91400" rIns="182850" bIns="91400" anchor="t" anchorCtr="0">
            <a:noAutofit/>
          </a:bodyPr>
          <a:lstStyle/>
          <a:p>
            <a:pPr lvl="0" algn="ctr">
              <a:buSzPct val="25000"/>
            </a:pPr>
            <a:r>
              <a:rPr lang="en-US" altLang="zh-CN" sz="4800" b="1" dirty="0">
                <a:solidFill>
                  <a:schemeClr val="dk1"/>
                </a:solidFill>
                <a:uFillTx/>
                <a:latin typeface="Times New Roman"/>
                <a:ea typeface="Times New Roman"/>
                <a:cs typeface="Times New Roman"/>
                <a:sym typeface="Times New Roman"/>
              </a:rPr>
              <a:t>College of Arts </a:t>
            </a:r>
            <a:r>
              <a:rPr lang="en-US" altLang="zh-CN" sz="4800" b="1" dirty="0">
                <a:solidFill>
                  <a:schemeClr val="dk1"/>
                </a:solidFill>
                <a:latin typeface="Times New Roman"/>
                <a:ea typeface="Times New Roman"/>
                <a:cs typeface="Times New Roman"/>
                <a:sym typeface="Times New Roman"/>
              </a:rPr>
              <a:t>&amp; Science, </a:t>
            </a:r>
            <a:r>
              <a:rPr lang="en-US" sz="4800" b="1" dirty="0">
                <a:solidFill>
                  <a:schemeClr val="dk1"/>
                </a:solidFill>
                <a:uFillTx/>
                <a:latin typeface="Times New Roman"/>
                <a:ea typeface="Times New Roman"/>
                <a:cs typeface="Times New Roman"/>
                <a:sym typeface="Times New Roman"/>
              </a:rPr>
              <a:t>Lawrence Technological University</a:t>
            </a:r>
          </a:p>
          <a:p>
            <a:pPr algn="ctr">
              <a:buSzPct val="25000"/>
            </a:pPr>
            <a:endParaRPr lang="en-US" sz="4800" b="1" dirty="0">
              <a:solidFill>
                <a:schemeClr val="dk1"/>
              </a:solidFill>
              <a:uFillTx/>
              <a:latin typeface="Times New Roman"/>
              <a:ea typeface="Times New Roman"/>
              <a:cs typeface="Times New Roman"/>
              <a:sym typeface="Times New Roman"/>
            </a:endParaRPr>
          </a:p>
        </p:txBody>
      </p:sp>
      <p:sp>
        <p:nvSpPr>
          <p:cNvPr id="27" name="Shape 109">
            <a:extLst>
              <a:ext uri="{FF2B5EF4-FFF2-40B4-BE49-F238E27FC236}">
                <a16:creationId xmlns:a16="http://schemas.microsoft.com/office/drawing/2014/main" id="{19A1BB74-9284-B951-D273-4CF5F639F658}"/>
              </a:ext>
            </a:extLst>
          </p:cNvPr>
          <p:cNvSpPr>
            <a:spLocks/>
          </p:cNvSpPr>
          <p:nvPr/>
        </p:nvSpPr>
        <p:spPr>
          <a:xfrm>
            <a:off x="918337" y="18255617"/>
            <a:ext cx="1216152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RESEARCH GOALS</a:t>
            </a:r>
          </a:p>
        </p:txBody>
      </p:sp>
      <p:sp>
        <p:nvSpPr>
          <p:cNvPr id="28" name="Shape 89">
            <a:extLst>
              <a:ext uri="{FF2B5EF4-FFF2-40B4-BE49-F238E27FC236}">
                <a16:creationId xmlns:a16="http://schemas.microsoft.com/office/drawing/2014/main" id="{76C16C50-AA83-DD6A-C572-E431AB6508AD}"/>
              </a:ext>
            </a:extLst>
          </p:cNvPr>
          <p:cNvSpPr txBox="1">
            <a:spLocks/>
          </p:cNvSpPr>
          <p:nvPr/>
        </p:nvSpPr>
        <p:spPr>
          <a:xfrm>
            <a:off x="28821434" y="6233030"/>
            <a:ext cx="14262498" cy="1754886"/>
          </a:xfrm>
          <a:prstGeom prst="rect">
            <a:avLst/>
          </a:prstGeom>
          <a:noFill/>
          <a:ln>
            <a:noFill/>
          </a:ln>
        </p:spPr>
        <p:txBody>
          <a:bodyPr lIns="182850" tIns="91400" rIns="182850" bIns="91400" anchor="t" anchorCtr="0">
            <a:noAutofit/>
          </a:bodyPr>
          <a:lstStyle/>
          <a:p>
            <a:r>
              <a:rPr lang="en-US" sz="1800" b="1" dirty="0">
                <a:latin typeface="+mj-lt"/>
                <a:ea typeface="Times New Roman" panose="02020603050405020304" pitchFamily="18" charset="0"/>
              </a:rPr>
              <a:t>Qualitative Observations</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ES(1+1) converged quickly and consistently improved validation accuracy.</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CMA-ES/GA exhibited broader exploration, sometimes finding higher-variance solutions.</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Random Search performance varied widely depending on sampled hyperparameters.</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Confusion matrices showed improvement in class-specific recognition, especially for visually similar foods.</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Inference on unseen internet images demonstrated robust predictions with confidence-based out-of-scope detection.</a:t>
            </a:r>
          </a:p>
        </p:txBody>
      </p:sp>
      <p:sp>
        <p:nvSpPr>
          <p:cNvPr id="29" name="Shape 109">
            <a:extLst>
              <a:ext uri="{FF2B5EF4-FFF2-40B4-BE49-F238E27FC236}">
                <a16:creationId xmlns:a16="http://schemas.microsoft.com/office/drawing/2014/main" id="{02D18130-65DC-8EDB-7B73-6CBDF3595FAD}"/>
              </a:ext>
            </a:extLst>
          </p:cNvPr>
          <p:cNvSpPr>
            <a:spLocks/>
          </p:cNvSpPr>
          <p:nvPr/>
        </p:nvSpPr>
        <p:spPr>
          <a:xfrm>
            <a:off x="28910732" y="26445142"/>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altLang="zh-CN" sz="4800" b="1" dirty="0">
                <a:solidFill>
                  <a:schemeClr val="lt1"/>
                </a:solidFill>
                <a:uFillTx/>
                <a:latin typeface="Times New Roman"/>
                <a:ea typeface="Times New Roman"/>
                <a:cs typeface="Times New Roman"/>
                <a:sym typeface="Times New Roman"/>
              </a:rPr>
              <a:t>FUTURE WORK</a:t>
            </a:r>
          </a:p>
        </p:txBody>
      </p:sp>
      <p:sp>
        <p:nvSpPr>
          <p:cNvPr id="31" name="Shape 109">
            <a:extLst>
              <a:ext uri="{FF2B5EF4-FFF2-40B4-BE49-F238E27FC236}">
                <a16:creationId xmlns:a16="http://schemas.microsoft.com/office/drawing/2014/main" id="{0115EFD8-5A08-6902-78D9-AF53D18E9BA1}"/>
              </a:ext>
            </a:extLst>
          </p:cNvPr>
          <p:cNvSpPr>
            <a:spLocks/>
          </p:cNvSpPr>
          <p:nvPr/>
        </p:nvSpPr>
        <p:spPr>
          <a:xfrm>
            <a:off x="28889239" y="29132341"/>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REFERENCES</a:t>
            </a:r>
          </a:p>
        </p:txBody>
      </p:sp>
      <p:sp>
        <p:nvSpPr>
          <p:cNvPr id="35" name="Shape 93">
            <a:extLst>
              <a:ext uri="{FF2B5EF4-FFF2-40B4-BE49-F238E27FC236}">
                <a16:creationId xmlns:a16="http://schemas.microsoft.com/office/drawing/2014/main" id="{1C2182DB-80EC-6776-D27B-E3892AEF1753}"/>
              </a:ext>
            </a:extLst>
          </p:cNvPr>
          <p:cNvSpPr txBox="1">
            <a:spLocks/>
          </p:cNvSpPr>
          <p:nvPr/>
        </p:nvSpPr>
        <p:spPr>
          <a:xfrm>
            <a:off x="28949556" y="27535124"/>
            <a:ext cx="14316802" cy="2709864"/>
          </a:xfrm>
          <a:prstGeom prst="rect">
            <a:avLst/>
          </a:prstGeom>
          <a:noFill/>
          <a:ln>
            <a:noFill/>
          </a:ln>
        </p:spPr>
        <p:txBody>
          <a:bodyPr lIns="182850" tIns="91400" rIns="182850" bIns="91400" anchor="t" anchorCtr="0">
            <a:noAutofit/>
          </a:bodyPr>
          <a:lstStyle/>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Increase the size and diversity of the food image dataset to reduce overfitting.</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Improve the CNN architecture or test lightweight variants to boost accuracy.</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Add more robust hyperparameter search methods and compare optimization efficiency.</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Evaluate the model on additional real-world images to test generalization.</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Extend the classifier with more food classes or additional categories.</a:t>
            </a:r>
          </a:p>
        </p:txBody>
      </p:sp>
      <p:sp>
        <p:nvSpPr>
          <p:cNvPr id="38" name="Shape 93">
            <a:extLst>
              <a:ext uri="{FF2B5EF4-FFF2-40B4-BE49-F238E27FC236}">
                <a16:creationId xmlns:a16="http://schemas.microsoft.com/office/drawing/2014/main" id="{F5BE60A8-B89D-6FD6-60A8-F514ACB714F1}"/>
              </a:ext>
            </a:extLst>
          </p:cNvPr>
          <p:cNvSpPr txBox="1">
            <a:spLocks/>
          </p:cNvSpPr>
          <p:nvPr/>
        </p:nvSpPr>
        <p:spPr>
          <a:xfrm>
            <a:off x="28821434" y="30328387"/>
            <a:ext cx="14194693" cy="2088774"/>
          </a:xfrm>
          <a:prstGeom prst="rect">
            <a:avLst/>
          </a:prstGeom>
          <a:noFill/>
          <a:ln>
            <a:noFill/>
          </a:ln>
        </p:spPr>
        <p:txBody>
          <a:bodyPr lIns="182850" tIns="91400" rIns="182850" bIns="91400" anchor="t" anchorCtr="0">
            <a:noAutofit/>
          </a:bodyPr>
          <a:lstStyle/>
          <a:p>
            <a:pPr marL="342900" lvl="0" indent="-342900">
              <a:buFont typeface="Arial" panose="020B0604020202020204" pitchFamily="34" charset="0"/>
              <a:buChar char="•"/>
              <a:tabLst>
                <a:tab pos="457200" algn="l"/>
              </a:tabLst>
            </a:pPr>
            <a:r>
              <a:rPr lang="en-US" sz="1600" dirty="0" err="1">
                <a:latin typeface="+mj-lt"/>
                <a:ea typeface="Times New Roman" panose="02020603050405020304" pitchFamily="18" charset="0"/>
              </a:rPr>
              <a:t>Rechenberg</a:t>
            </a:r>
            <a:r>
              <a:rPr lang="en-US" sz="1600" dirty="0">
                <a:latin typeface="+mj-lt"/>
                <a:ea typeface="Times New Roman" panose="02020603050405020304" pitchFamily="18" charset="0"/>
              </a:rPr>
              <a:t>, I. “Evolution Strategy Research.” 1973.</a:t>
            </a:r>
          </a:p>
          <a:p>
            <a:pPr marL="342900" lvl="0" indent="-342900">
              <a:buFont typeface="Arial" panose="020B0604020202020204" pitchFamily="34" charset="0"/>
              <a:buChar char="•"/>
              <a:tabLst>
                <a:tab pos="457200" algn="l"/>
              </a:tabLst>
            </a:pPr>
            <a:r>
              <a:rPr lang="en-US" sz="1600" dirty="0" err="1">
                <a:latin typeface="+mj-lt"/>
                <a:ea typeface="Times New Roman" panose="02020603050405020304" pitchFamily="18" charset="0"/>
              </a:rPr>
              <a:t>Schwefel</a:t>
            </a:r>
            <a:r>
              <a:rPr lang="en-US" sz="1600" dirty="0">
                <a:latin typeface="+mj-lt"/>
                <a:ea typeface="Times New Roman" panose="02020603050405020304" pitchFamily="18" charset="0"/>
              </a:rPr>
              <a:t>, H.-P. “Numerical Optimization of Computer Models.” Wiley, 1981.</a:t>
            </a:r>
          </a:p>
          <a:p>
            <a:pPr marL="342900" lvl="0" indent="-342900">
              <a:buFont typeface="Arial" panose="020B0604020202020204" pitchFamily="34" charset="0"/>
              <a:buChar char="•"/>
              <a:tabLst>
                <a:tab pos="457200" algn="l"/>
              </a:tabLst>
            </a:pPr>
            <a:r>
              <a:rPr lang="en-US" sz="1600" dirty="0">
                <a:latin typeface="+mj-lt"/>
                <a:ea typeface="Times New Roman" panose="02020603050405020304" pitchFamily="18" charset="0"/>
              </a:rPr>
              <a:t>Hansen, N., et al. “The CMA-ES Algorithm.” Evolutionary Computation, 2006.</a:t>
            </a:r>
          </a:p>
          <a:p>
            <a:pPr marL="342900" lvl="0" indent="-342900">
              <a:buFont typeface="Arial" panose="020B0604020202020204" pitchFamily="34" charset="0"/>
              <a:buChar char="•"/>
              <a:tabLst>
                <a:tab pos="457200" algn="l"/>
              </a:tabLst>
            </a:pPr>
            <a:r>
              <a:rPr lang="en-US" sz="1600" dirty="0" err="1">
                <a:latin typeface="+mj-lt"/>
                <a:ea typeface="Times New Roman" panose="02020603050405020304" pitchFamily="18" charset="0"/>
              </a:rPr>
              <a:t>Bergstra</a:t>
            </a:r>
            <a:r>
              <a:rPr lang="en-US" sz="1600" dirty="0">
                <a:latin typeface="+mj-lt"/>
                <a:ea typeface="Times New Roman" panose="02020603050405020304" pitchFamily="18" charset="0"/>
              </a:rPr>
              <a:t>, J., &amp; </a:t>
            </a:r>
            <a:r>
              <a:rPr lang="en-US" sz="1600" dirty="0" err="1">
                <a:latin typeface="+mj-lt"/>
                <a:ea typeface="Times New Roman" panose="02020603050405020304" pitchFamily="18" charset="0"/>
              </a:rPr>
              <a:t>Bengio</a:t>
            </a:r>
            <a:r>
              <a:rPr lang="en-US" sz="1600" dirty="0">
                <a:latin typeface="+mj-lt"/>
                <a:ea typeface="Times New Roman" panose="02020603050405020304" pitchFamily="18" charset="0"/>
              </a:rPr>
              <a:t>, Y. “Random Search for Hyper-Parameter Optimization.” JMLR, 2012.</a:t>
            </a:r>
          </a:p>
          <a:p>
            <a:pPr marL="342900" lvl="0" indent="-342900">
              <a:buFont typeface="Arial" panose="020B0604020202020204" pitchFamily="34" charset="0"/>
              <a:buChar char="•"/>
              <a:tabLst>
                <a:tab pos="457200" algn="l"/>
              </a:tabLst>
            </a:pPr>
            <a:r>
              <a:rPr lang="en-US" sz="1600" dirty="0">
                <a:latin typeface="+mj-lt"/>
                <a:ea typeface="Times New Roman" panose="02020603050405020304" pitchFamily="18" charset="0"/>
              </a:rPr>
              <a:t>Li, L., et al. “Hyperband: A Novel Bandit-Based Approach to Hyperparameter Optimization.” ICLR, 2017.</a:t>
            </a:r>
          </a:p>
          <a:p>
            <a:pPr marL="342900" lvl="0" indent="-342900">
              <a:buFont typeface="Arial" panose="020B0604020202020204" pitchFamily="34" charset="0"/>
              <a:buChar char="•"/>
              <a:tabLst>
                <a:tab pos="457200" algn="l"/>
              </a:tabLst>
            </a:pPr>
            <a:r>
              <a:rPr lang="en-US" sz="1600" dirty="0">
                <a:latin typeface="+mj-lt"/>
                <a:ea typeface="Times New Roman" panose="02020603050405020304" pitchFamily="18" charset="0"/>
              </a:rPr>
              <a:t>He, K., et al. “Deep Residual Learning for Image Recognition.” CVPR, 2016.</a:t>
            </a:r>
          </a:p>
          <a:p>
            <a:pPr marL="285750" lvl="0" indent="-285750">
              <a:buFont typeface="Arial" panose="020B0604020202020204" pitchFamily="34" charset="0"/>
              <a:buChar char="•"/>
            </a:pPr>
            <a:endParaRPr lang="en-US" sz="1600" dirty="0">
              <a:latin typeface="+mj-lt"/>
            </a:endParaRPr>
          </a:p>
        </p:txBody>
      </p:sp>
      <p:pic>
        <p:nvPicPr>
          <p:cNvPr id="6" name="Picture 5">
            <a:extLst>
              <a:ext uri="{FF2B5EF4-FFF2-40B4-BE49-F238E27FC236}">
                <a16:creationId xmlns:a16="http://schemas.microsoft.com/office/drawing/2014/main" id="{9C55A712-2C24-4BDE-B729-C1B14EFFFF3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60615" y="1666320"/>
            <a:ext cx="7512392" cy="3423709"/>
          </a:xfrm>
          <a:prstGeom prst="rect">
            <a:avLst/>
          </a:prstGeom>
        </p:spPr>
      </p:pic>
      <p:pic>
        <p:nvPicPr>
          <p:cNvPr id="9" name="Picture 8">
            <a:extLst>
              <a:ext uri="{FF2B5EF4-FFF2-40B4-BE49-F238E27FC236}">
                <a16:creationId xmlns:a16="http://schemas.microsoft.com/office/drawing/2014/main" id="{2C7C3E42-D0EF-4BC0-8ECE-7A290692B77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8131335" y="1008827"/>
            <a:ext cx="3657600" cy="3657600"/>
          </a:xfrm>
          <a:prstGeom prst="rect">
            <a:avLst/>
          </a:prstGeom>
        </p:spPr>
      </p:pic>
      <p:sp>
        <p:nvSpPr>
          <p:cNvPr id="59" name="Shape 109">
            <a:extLst>
              <a:ext uri="{FF2B5EF4-FFF2-40B4-BE49-F238E27FC236}">
                <a16:creationId xmlns:a16="http://schemas.microsoft.com/office/drawing/2014/main" id="{A899D12D-E4CD-4452-87C3-7F6F36B6D9AB}"/>
              </a:ext>
            </a:extLst>
          </p:cNvPr>
          <p:cNvSpPr>
            <a:spLocks/>
          </p:cNvSpPr>
          <p:nvPr/>
        </p:nvSpPr>
        <p:spPr>
          <a:xfrm>
            <a:off x="918337" y="21592113"/>
            <a:ext cx="1216152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METHODS</a:t>
            </a:r>
          </a:p>
        </p:txBody>
      </p:sp>
      <p:sp>
        <p:nvSpPr>
          <p:cNvPr id="60" name="Shape 109">
            <a:extLst>
              <a:ext uri="{FF2B5EF4-FFF2-40B4-BE49-F238E27FC236}">
                <a16:creationId xmlns:a16="http://schemas.microsoft.com/office/drawing/2014/main" id="{3B0AA7A1-A43F-4B77-8524-0AB41400E496}"/>
              </a:ext>
            </a:extLst>
          </p:cNvPr>
          <p:cNvSpPr>
            <a:spLocks/>
          </p:cNvSpPr>
          <p:nvPr/>
        </p:nvSpPr>
        <p:spPr>
          <a:xfrm>
            <a:off x="13756547" y="6233872"/>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latin typeface="Times New Roman"/>
                <a:ea typeface="Times New Roman"/>
                <a:cs typeface="Times New Roman"/>
                <a:sym typeface="Times New Roman"/>
              </a:rPr>
              <a:t>SYSTEM DESIGN &amp; WORKFLOW</a:t>
            </a:r>
          </a:p>
        </p:txBody>
      </p:sp>
      <p:sp>
        <p:nvSpPr>
          <p:cNvPr id="62" name="Shape 93">
            <a:extLst>
              <a:ext uri="{FF2B5EF4-FFF2-40B4-BE49-F238E27FC236}">
                <a16:creationId xmlns:a16="http://schemas.microsoft.com/office/drawing/2014/main" id="{37889E24-97D4-4413-A9DF-40D886688FF8}"/>
              </a:ext>
            </a:extLst>
          </p:cNvPr>
          <p:cNvSpPr txBox="1">
            <a:spLocks/>
          </p:cNvSpPr>
          <p:nvPr/>
        </p:nvSpPr>
        <p:spPr>
          <a:xfrm>
            <a:off x="28723866" y="18255617"/>
            <a:ext cx="14316802" cy="1168401"/>
          </a:xfrm>
          <a:prstGeom prst="rect">
            <a:avLst/>
          </a:prstGeom>
          <a:noFill/>
          <a:ln>
            <a:noFill/>
          </a:ln>
        </p:spPr>
        <p:txBody>
          <a:bodyPr lIns="182850" tIns="91400" rIns="182850" bIns="91400" anchor="t" anchorCtr="0">
            <a:noAutofit/>
          </a:bodyPr>
          <a:lstStyle/>
          <a:p>
            <a:r>
              <a:rPr lang="en-US" sz="1600" dirty="0">
                <a:latin typeface="+mj-lt"/>
                <a:ea typeface="Times New Roman" panose="02020603050405020304" pitchFamily="18" charset="0"/>
              </a:rPr>
              <a:t>The study demonstrates that evolutionary hyperparameter optimization significantly enhances model performance in small-dataset conditions. ES(1+1) proved to be efficient and stable, while CMA-ES/GA enabled more expressive search over correlated hyperparameters. Random Search established a lower-bound baseline for comparison. All optimization methods outperformed the baseline CNN, with evolutionary strategies producing the highest accuracies. These results highlight the value of evolutionary optimization as a practical tool for deep learning models constrained by limited data.</a:t>
            </a:r>
          </a:p>
        </p:txBody>
      </p:sp>
      <p:sp>
        <p:nvSpPr>
          <p:cNvPr id="63" name="Shape 93">
            <a:extLst>
              <a:ext uri="{FF2B5EF4-FFF2-40B4-BE49-F238E27FC236}">
                <a16:creationId xmlns:a16="http://schemas.microsoft.com/office/drawing/2014/main" id="{7B451504-9949-45C8-87B3-4EE25F3A255D}"/>
              </a:ext>
            </a:extLst>
          </p:cNvPr>
          <p:cNvSpPr txBox="1">
            <a:spLocks/>
          </p:cNvSpPr>
          <p:nvPr/>
        </p:nvSpPr>
        <p:spPr>
          <a:xfrm>
            <a:off x="13703085" y="7382488"/>
            <a:ext cx="14316802" cy="1168400"/>
          </a:xfrm>
          <a:prstGeom prst="rect">
            <a:avLst/>
          </a:prstGeom>
          <a:noFill/>
          <a:ln>
            <a:noFill/>
          </a:ln>
        </p:spPr>
        <p:txBody>
          <a:bodyPr lIns="182850" tIns="91400" rIns="182850" bIns="91400" anchor="t" anchorCtr="0">
            <a:noAutofit/>
          </a:bodyPr>
          <a:lstStyle/>
          <a:p>
            <a:r>
              <a:rPr lang="en-US" sz="1600" dirty="0"/>
              <a:t>This workflow summarizes the end-to-end development pipeline for the food image classifier. The process begins with collecting and preprocessing the dataset, followed by model construction using a residual-style CNN architecture. Hyperparameter optimization is performed using ES(1+1), CMA-ES/Genetic Algorithm, and Random Search. Each algorithm iteratively evaluates candidate configurations using validation accuracy as the fitness metric. The best-performing models are then tested on unseen images, and inference results are used to assess generalization and robustness.</a:t>
            </a:r>
          </a:p>
        </p:txBody>
      </p:sp>
      <p:sp>
        <p:nvSpPr>
          <p:cNvPr id="65" name="Shape 86">
            <a:extLst>
              <a:ext uri="{FF2B5EF4-FFF2-40B4-BE49-F238E27FC236}">
                <a16:creationId xmlns:a16="http://schemas.microsoft.com/office/drawing/2014/main" id="{15AD4941-30BF-4013-AE63-0BF60378F5C4}"/>
              </a:ext>
            </a:extLst>
          </p:cNvPr>
          <p:cNvSpPr txBox="1">
            <a:spLocks/>
          </p:cNvSpPr>
          <p:nvPr/>
        </p:nvSpPr>
        <p:spPr>
          <a:xfrm>
            <a:off x="794915" y="19511291"/>
            <a:ext cx="12167094" cy="1396860"/>
          </a:xfrm>
          <a:prstGeom prst="rect">
            <a:avLst/>
          </a:prstGeom>
          <a:noFill/>
          <a:ln>
            <a:noFill/>
          </a:ln>
        </p:spPr>
        <p:txBody>
          <a:bodyPr lIns="182850" tIns="91400" rIns="182850" bIns="91400" anchor="t" anchorCtr="0">
            <a:noAutofit/>
          </a:bodyPr>
          <a:lstStyle/>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Improve accuracy of the baseline CNN</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Compare ES(1+1), CMA-ES/GA, Random Search, Hyperband, and DEAP</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Study hyperparameter sensitivity and convergence stability</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Analyze behavior under small-dataset constraints</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Identify the most effective optimization strategy for final deployment</a:t>
            </a:r>
          </a:p>
        </p:txBody>
      </p:sp>
      <p:sp>
        <p:nvSpPr>
          <p:cNvPr id="67" name="Shape 86">
            <a:extLst>
              <a:ext uri="{FF2B5EF4-FFF2-40B4-BE49-F238E27FC236}">
                <a16:creationId xmlns:a16="http://schemas.microsoft.com/office/drawing/2014/main" id="{0D3B7573-F9DB-4A78-81B2-A6BE8761DA4D}"/>
              </a:ext>
            </a:extLst>
          </p:cNvPr>
          <p:cNvSpPr txBox="1">
            <a:spLocks/>
          </p:cNvSpPr>
          <p:nvPr/>
        </p:nvSpPr>
        <p:spPr>
          <a:xfrm>
            <a:off x="918337" y="22835024"/>
            <a:ext cx="6335215" cy="1801998"/>
          </a:xfrm>
          <a:prstGeom prst="rect">
            <a:avLst/>
          </a:prstGeom>
          <a:noFill/>
          <a:ln>
            <a:noFill/>
          </a:ln>
        </p:spPr>
        <p:txBody>
          <a:bodyPr lIns="182850" tIns="91400" rIns="182850" bIns="91400" anchor="t" anchorCtr="0">
            <a:noAutofit/>
          </a:bodyPr>
          <a:lstStyle/>
          <a:p>
            <a:r>
              <a:rPr lang="en-US" sz="1600" b="1" dirty="0">
                <a:latin typeface="+mj-lt"/>
                <a:ea typeface="Times New Roman" panose="02020603050405020304" pitchFamily="18" charset="0"/>
              </a:rPr>
              <a:t>Dataset</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10 classes, 70/15/15 train–validation–test split</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Real-world food photographs with variable lighting</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Normalization + augmentation (flip, rotation, zoom, contrast)</a:t>
            </a:r>
          </a:p>
          <a:p>
            <a:endParaRPr lang="en-US" sz="1600" b="1" dirty="0">
              <a:latin typeface="+mj-lt"/>
              <a:ea typeface="Times New Roman" panose="02020603050405020304" pitchFamily="18" charset="0"/>
            </a:endParaRPr>
          </a:p>
          <a:p>
            <a:r>
              <a:rPr lang="en-US" sz="1600" b="1" dirty="0">
                <a:latin typeface="+mj-lt"/>
                <a:ea typeface="Times New Roman" panose="02020603050405020304" pitchFamily="18" charset="0"/>
              </a:rPr>
              <a:t>CNN Architecture</a:t>
            </a:r>
          </a:p>
        </p:txBody>
      </p:sp>
      <p:pic>
        <p:nvPicPr>
          <p:cNvPr id="44" name="Picture 43">
            <a:extLst>
              <a:ext uri="{FF2B5EF4-FFF2-40B4-BE49-F238E27FC236}">
                <a16:creationId xmlns:a16="http://schemas.microsoft.com/office/drawing/2014/main" id="{5FDFA216-8E6E-43C3-8651-48A24FDC95E0}"/>
              </a:ext>
            </a:extLst>
          </p:cNvPr>
          <p:cNvPicPr>
            <a:picLocks noChangeAspect="1"/>
          </p:cNvPicPr>
          <p:nvPr/>
        </p:nvPicPr>
        <p:blipFill>
          <a:blip r:embed="rId5"/>
          <a:stretch>
            <a:fillRect/>
          </a:stretch>
        </p:blipFill>
        <p:spPr>
          <a:xfrm>
            <a:off x="1905000" y="13751007"/>
            <a:ext cx="10363199" cy="3976302"/>
          </a:xfrm>
          <a:prstGeom prst="rect">
            <a:avLst/>
          </a:prstGeom>
        </p:spPr>
      </p:pic>
      <p:pic>
        <p:nvPicPr>
          <p:cNvPr id="48" name="Picture 47">
            <a:extLst>
              <a:ext uri="{FF2B5EF4-FFF2-40B4-BE49-F238E27FC236}">
                <a16:creationId xmlns:a16="http://schemas.microsoft.com/office/drawing/2014/main" id="{80715AB5-0B2F-46EA-A25E-5C5E5C7794F5}"/>
              </a:ext>
            </a:extLst>
          </p:cNvPr>
          <p:cNvPicPr>
            <a:picLocks noChangeAspect="1"/>
          </p:cNvPicPr>
          <p:nvPr/>
        </p:nvPicPr>
        <p:blipFill>
          <a:blip r:embed="rId6"/>
          <a:stretch>
            <a:fillRect/>
          </a:stretch>
        </p:blipFill>
        <p:spPr>
          <a:xfrm>
            <a:off x="2312370" y="24736621"/>
            <a:ext cx="6539252" cy="6539252"/>
          </a:xfrm>
          <a:prstGeom prst="rect">
            <a:avLst/>
          </a:prstGeom>
        </p:spPr>
      </p:pic>
      <p:sp>
        <p:nvSpPr>
          <p:cNvPr id="64" name="Shape 86">
            <a:extLst>
              <a:ext uri="{FF2B5EF4-FFF2-40B4-BE49-F238E27FC236}">
                <a16:creationId xmlns:a16="http://schemas.microsoft.com/office/drawing/2014/main" id="{7E0331EA-9FE5-424D-B888-94D7C8FA7D7C}"/>
              </a:ext>
            </a:extLst>
          </p:cNvPr>
          <p:cNvSpPr txBox="1">
            <a:spLocks/>
          </p:cNvSpPr>
          <p:nvPr/>
        </p:nvSpPr>
        <p:spPr>
          <a:xfrm>
            <a:off x="9451357" y="22829644"/>
            <a:ext cx="3511070" cy="5083978"/>
          </a:xfrm>
          <a:prstGeom prst="rect">
            <a:avLst/>
          </a:prstGeom>
          <a:noFill/>
          <a:ln>
            <a:noFill/>
          </a:ln>
        </p:spPr>
        <p:txBody>
          <a:bodyPr lIns="182850" tIns="91400" rIns="182850" bIns="91400" anchor="t" anchorCtr="0">
            <a:noAutofit/>
          </a:bodyPr>
          <a:lstStyle/>
          <a:p>
            <a:pPr>
              <a:lnSpc>
                <a:spcPct val="107000"/>
              </a:lnSpc>
              <a:spcAft>
                <a:spcPts val="800"/>
              </a:spcAft>
            </a:pPr>
            <a:r>
              <a:rPr lang="en-US" sz="1600" b="1" dirty="0">
                <a:latin typeface="+mj-lt"/>
                <a:ea typeface="Times New Roman" panose="02020603050405020304" pitchFamily="18" charset="0"/>
                <a:cs typeface="Times New Roman" panose="02020603050405020304" pitchFamily="18" charset="0"/>
              </a:rPr>
              <a:t>Algorithms Used</a:t>
            </a:r>
            <a:endParaRPr lang="en-US" sz="1600" dirty="0">
              <a:latin typeface="+mj-lt"/>
              <a:ea typeface="Calibri" panose="020F050202020403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1600" b="1" dirty="0">
                <a:latin typeface="+mj-lt"/>
                <a:ea typeface="Times New Roman" panose="02020603050405020304" pitchFamily="18" charset="0"/>
              </a:rPr>
              <a:t>ES(1+1) with 1/5 Success Rule</a:t>
            </a:r>
          </a:p>
          <a:p>
            <a:pPr lvl="0">
              <a:buSzPts val="1000"/>
              <a:tabLst>
                <a:tab pos="457200" algn="l"/>
              </a:tabLst>
            </a:pPr>
            <a:endParaRPr lang="en-US" sz="1600" dirty="0">
              <a:latin typeface="+mj-lt"/>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1600" b="1" dirty="0">
                <a:latin typeface="+mj-lt"/>
                <a:ea typeface="Times New Roman" panose="02020603050405020304" pitchFamily="18" charset="0"/>
              </a:rPr>
              <a:t>CMA-ES / Genetic Algorithm</a:t>
            </a:r>
            <a:r>
              <a:rPr lang="en-US" sz="1600" dirty="0">
                <a:latin typeface="+mj-lt"/>
                <a:ea typeface="Times New Roman" panose="02020603050405020304" pitchFamily="18" charset="0"/>
              </a:rPr>
              <a:t> </a:t>
            </a:r>
            <a:r>
              <a:rPr lang="en-US" sz="1600" i="1" dirty="0">
                <a:latin typeface="+mj-lt"/>
                <a:ea typeface="Times New Roman" panose="02020603050405020304" pitchFamily="18" charset="0"/>
              </a:rPr>
              <a:t>(second required evolutionary algorithm)</a:t>
            </a:r>
          </a:p>
          <a:p>
            <a:pPr lvl="0">
              <a:buSzPts val="1000"/>
              <a:tabLst>
                <a:tab pos="457200" algn="l"/>
              </a:tabLst>
            </a:pPr>
            <a:endParaRPr lang="en-US" sz="1600" dirty="0">
              <a:latin typeface="+mj-lt"/>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1600" b="1" dirty="0">
                <a:latin typeface="+mj-lt"/>
                <a:ea typeface="Times New Roman" panose="02020603050405020304" pitchFamily="18" charset="0"/>
              </a:rPr>
              <a:t>Random Search</a:t>
            </a:r>
            <a:r>
              <a:rPr lang="en-US" sz="1600" dirty="0">
                <a:latin typeface="+mj-lt"/>
                <a:ea typeface="Times New Roman" panose="02020603050405020304" pitchFamily="18" charset="0"/>
              </a:rPr>
              <a:t> </a:t>
            </a:r>
            <a:r>
              <a:rPr lang="en-US" sz="1600" i="1" dirty="0">
                <a:latin typeface="+mj-lt"/>
                <a:ea typeface="Times New Roman" panose="02020603050405020304" pitchFamily="18" charset="0"/>
              </a:rPr>
              <a:t>(non-evolutionary baseline)</a:t>
            </a:r>
          </a:p>
          <a:p>
            <a:pPr lvl="0">
              <a:buSzPts val="1000"/>
              <a:tabLst>
                <a:tab pos="457200" algn="l"/>
              </a:tabLst>
            </a:pPr>
            <a:endParaRPr lang="en-US" sz="1600" dirty="0">
              <a:latin typeface="+mj-lt"/>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Hyperband (</a:t>
            </a:r>
            <a:r>
              <a:rPr lang="en-US" sz="1600" dirty="0" err="1">
                <a:latin typeface="+mj-lt"/>
                <a:ea typeface="Times New Roman" panose="02020603050405020304" pitchFamily="18" charset="0"/>
              </a:rPr>
              <a:t>Keras</a:t>
            </a:r>
            <a:r>
              <a:rPr lang="en-US" sz="1600" dirty="0">
                <a:latin typeface="+mj-lt"/>
                <a:ea typeface="Times New Roman" panose="02020603050405020304" pitchFamily="18" charset="0"/>
              </a:rPr>
              <a:t> Tuner)</a:t>
            </a:r>
          </a:p>
          <a:p>
            <a:pPr lvl="0">
              <a:buSzPts val="1000"/>
              <a:tabLst>
                <a:tab pos="457200" algn="l"/>
              </a:tabLst>
            </a:pPr>
            <a:endParaRPr lang="en-US" sz="1600" dirty="0">
              <a:latin typeface="+mj-lt"/>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DEAP (</a:t>
            </a:r>
            <a:r>
              <a:rPr lang="en-US" sz="1600" dirty="0" err="1">
                <a:latin typeface="+mj-lt"/>
                <a:ea typeface="Times New Roman" panose="02020603050405020304" pitchFamily="18" charset="0"/>
              </a:rPr>
              <a:t>μ+λ</a:t>
            </a:r>
            <a:r>
              <a:rPr lang="en-US" sz="1600" dirty="0">
                <a:latin typeface="+mj-lt"/>
                <a:ea typeface="Times New Roman" panose="02020603050405020304" pitchFamily="18" charset="0"/>
              </a:rPr>
              <a:t>)-ES</a:t>
            </a:r>
          </a:p>
        </p:txBody>
      </p:sp>
      <p:pic>
        <p:nvPicPr>
          <p:cNvPr id="50" name="Picture 49">
            <a:extLst>
              <a:ext uri="{FF2B5EF4-FFF2-40B4-BE49-F238E27FC236}">
                <a16:creationId xmlns:a16="http://schemas.microsoft.com/office/drawing/2014/main" id="{E93C5AE3-7219-4774-8630-AD33BBE7CC9E}"/>
              </a:ext>
            </a:extLst>
          </p:cNvPr>
          <p:cNvPicPr>
            <a:picLocks noChangeAspect="1"/>
          </p:cNvPicPr>
          <p:nvPr/>
        </p:nvPicPr>
        <p:blipFill rotWithShape="1">
          <a:blip r:embed="rId7"/>
          <a:srcRect t="3412" b="16271"/>
          <a:stretch/>
        </p:blipFill>
        <p:spPr>
          <a:xfrm>
            <a:off x="15589293" y="8752168"/>
            <a:ext cx="10722704" cy="8612202"/>
          </a:xfrm>
          <a:prstGeom prst="rect">
            <a:avLst/>
          </a:prstGeom>
        </p:spPr>
      </p:pic>
      <p:sp>
        <p:nvSpPr>
          <p:cNvPr id="68" name="Shape 93">
            <a:extLst>
              <a:ext uri="{FF2B5EF4-FFF2-40B4-BE49-F238E27FC236}">
                <a16:creationId xmlns:a16="http://schemas.microsoft.com/office/drawing/2014/main" id="{DDE9D48A-4B6C-4778-BB09-AD83608EDACF}"/>
              </a:ext>
            </a:extLst>
          </p:cNvPr>
          <p:cNvSpPr txBox="1">
            <a:spLocks/>
          </p:cNvSpPr>
          <p:nvPr/>
        </p:nvSpPr>
        <p:spPr>
          <a:xfrm>
            <a:off x="13846687" y="17907221"/>
            <a:ext cx="14316802" cy="3684892"/>
          </a:xfrm>
          <a:prstGeom prst="rect">
            <a:avLst/>
          </a:prstGeom>
          <a:noFill/>
          <a:ln>
            <a:noFill/>
          </a:ln>
        </p:spPr>
        <p:txBody>
          <a:bodyPr lIns="182850" tIns="91400" rIns="182850" bIns="91400" anchor="t" anchorCtr="0">
            <a:noAutofit/>
          </a:bodyPr>
          <a:lstStyle/>
          <a:p>
            <a:r>
              <a:rPr lang="en-US" sz="1600" b="1" dirty="0"/>
              <a:t>Data Input &amp; Preprocessing</a:t>
            </a:r>
          </a:p>
          <a:p>
            <a:pPr marL="285750" indent="-285750">
              <a:buFont typeface="Arial" panose="020B0604020202020204" pitchFamily="34" charset="0"/>
              <a:buChar char="•"/>
            </a:pPr>
            <a:r>
              <a:rPr lang="en-US" sz="1600" dirty="0"/>
              <a:t>The dataset undergoes resizing, normalization, and augmentation (rotation, zoom, flip) to reduce overfitting and improve generalization.</a:t>
            </a:r>
          </a:p>
          <a:p>
            <a:pPr marL="285750" indent="-285750">
              <a:buFont typeface="Arial" panose="020B0604020202020204" pitchFamily="34" charset="0"/>
              <a:buChar char="•"/>
            </a:pPr>
            <a:r>
              <a:rPr lang="en-US" sz="1600" dirty="0"/>
              <a:t>Augmentation increases sample diversity, especially valuable for small datasets.</a:t>
            </a:r>
          </a:p>
          <a:p>
            <a:r>
              <a:rPr lang="en-US" sz="1600" b="1" dirty="0"/>
              <a:t>Model Architecture</a:t>
            </a:r>
          </a:p>
          <a:p>
            <a:pPr marL="285750" indent="-285750">
              <a:buFont typeface="Arial" panose="020B0604020202020204" pitchFamily="34" charset="0"/>
              <a:buChar char="•"/>
            </a:pPr>
            <a:r>
              <a:rPr lang="en-US" sz="1600" dirty="0"/>
              <a:t>A residual-style CNN is used for all experiments to maintain consistency.</a:t>
            </a:r>
          </a:p>
          <a:p>
            <a:pPr marL="285750" indent="-285750">
              <a:buFont typeface="Arial" panose="020B0604020202020204" pitchFamily="34" charset="0"/>
              <a:buChar char="•"/>
            </a:pPr>
            <a:r>
              <a:rPr lang="en-US" sz="1600" dirty="0"/>
              <a:t>Skip connections stabilize gradient flow and improve training convergence.</a:t>
            </a:r>
          </a:p>
          <a:p>
            <a:r>
              <a:rPr lang="en-US" sz="1600" b="1" dirty="0"/>
              <a:t>Optimization Algorithms</a:t>
            </a:r>
          </a:p>
          <a:p>
            <a:pPr marL="285750" indent="-285750">
              <a:buFont typeface="Arial" panose="020B0604020202020204" pitchFamily="34" charset="0"/>
              <a:buChar char="•"/>
            </a:pPr>
            <a:r>
              <a:rPr lang="en-US" sz="1600" b="1" dirty="0"/>
              <a:t>ES(1+1)</a:t>
            </a:r>
            <a:r>
              <a:rPr lang="en-US" sz="1600" dirty="0"/>
              <a:t> adapts mutation size using the 1/5 Success Rule and converges rapidly.</a:t>
            </a:r>
          </a:p>
          <a:p>
            <a:pPr marL="285750" indent="-285750">
              <a:buFont typeface="Arial" panose="020B0604020202020204" pitchFamily="34" charset="0"/>
              <a:buChar char="•"/>
            </a:pPr>
            <a:r>
              <a:rPr lang="en-US" sz="1600" b="1" dirty="0"/>
              <a:t>CMA-ES / Genetic Algorithm</a:t>
            </a:r>
            <a:r>
              <a:rPr lang="en-US" sz="1600" dirty="0"/>
              <a:t> explores correlated parameter interactions for deeper search.</a:t>
            </a:r>
          </a:p>
          <a:p>
            <a:pPr marL="285750" indent="-285750">
              <a:buFont typeface="Arial" panose="020B0604020202020204" pitchFamily="34" charset="0"/>
              <a:buChar char="•"/>
            </a:pPr>
            <a:r>
              <a:rPr lang="en-US" sz="1600" b="1" dirty="0"/>
              <a:t>Random Search</a:t>
            </a:r>
            <a:r>
              <a:rPr lang="en-US" sz="1600" dirty="0"/>
              <a:t> serves as a simple but effective baseline.</a:t>
            </a:r>
          </a:p>
          <a:p>
            <a:pPr marL="285750" indent="-285750">
              <a:buFont typeface="Arial" panose="020B0604020202020204" pitchFamily="34" charset="0"/>
              <a:buChar char="•"/>
            </a:pPr>
            <a:r>
              <a:rPr lang="en-US" sz="1600" b="1" dirty="0"/>
              <a:t>Hyperband &amp; DEAP</a:t>
            </a:r>
            <a:r>
              <a:rPr lang="en-US" sz="1600" dirty="0"/>
              <a:t> extend the search across a broader hyperparameter space.</a:t>
            </a:r>
          </a:p>
          <a:p>
            <a:r>
              <a:rPr lang="en-US" sz="1600" b="1" dirty="0"/>
              <a:t>Evaluation &amp; Inference</a:t>
            </a:r>
          </a:p>
          <a:p>
            <a:pPr marL="285750" indent="-285750">
              <a:buFont typeface="Arial" panose="020B0604020202020204" pitchFamily="34" charset="0"/>
              <a:buChar char="•"/>
            </a:pPr>
            <a:r>
              <a:rPr lang="en-US" sz="1600" dirty="0"/>
              <a:t>Final models are selected based on validation accuracy and tested on unseen images.</a:t>
            </a:r>
          </a:p>
          <a:p>
            <a:pPr marL="285750" indent="-285750">
              <a:buFont typeface="Arial" panose="020B0604020202020204" pitchFamily="34" charset="0"/>
              <a:buChar char="•"/>
            </a:pPr>
            <a:r>
              <a:rPr lang="en-US" sz="1600" dirty="0"/>
              <a:t>Confidence-based thresholding is applied to filter out low-certainty predictions.</a:t>
            </a:r>
          </a:p>
        </p:txBody>
      </p:sp>
      <p:pic>
        <p:nvPicPr>
          <p:cNvPr id="52" name="Picture 51">
            <a:extLst>
              <a:ext uri="{FF2B5EF4-FFF2-40B4-BE49-F238E27FC236}">
                <a16:creationId xmlns:a16="http://schemas.microsoft.com/office/drawing/2014/main" id="{C68F9C5F-8D15-47FE-B924-CF36F5D29AF3}"/>
              </a:ext>
            </a:extLst>
          </p:cNvPr>
          <p:cNvPicPr>
            <a:picLocks noChangeAspect="1"/>
          </p:cNvPicPr>
          <p:nvPr/>
        </p:nvPicPr>
        <p:blipFill>
          <a:blip r:embed="rId8"/>
          <a:stretch>
            <a:fillRect/>
          </a:stretch>
        </p:blipFill>
        <p:spPr>
          <a:xfrm>
            <a:off x="15253901" y="24632106"/>
            <a:ext cx="11178491" cy="7608889"/>
          </a:xfrm>
          <a:prstGeom prst="rect">
            <a:avLst/>
          </a:prstGeom>
        </p:spPr>
      </p:pic>
      <p:sp>
        <p:nvSpPr>
          <p:cNvPr id="70" name="Shape 93">
            <a:extLst>
              <a:ext uri="{FF2B5EF4-FFF2-40B4-BE49-F238E27FC236}">
                <a16:creationId xmlns:a16="http://schemas.microsoft.com/office/drawing/2014/main" id="{DB274309-6C67-49E1-B589-25371DD4C3C2}"/>
              </a:ext>
            </a:extLst>
          </p:cNvPr>
          <p:cNvSpPr txBox="1">
            <a:spLocks/>
          </p:cNvSpPr>
          <p:nvPr/>
        </p:nvSpPr>
        <p:spPr>
          <a:xfrm>
            <a:off x="13846687" y="22774074"/>
            <a:ext cx="14316802" cy="1862948"/>
          </a:xfrm>
          <a:prstGeom prst="rect">
            <a:avLst/>
          </a:prstGeom>
          <a:noFill/>
          <a:ln>
            <a:noFill/>
          </a:ln>
        </p:spPr>
        <p:txBody>
          <a:bodyPr lIns="182850" tIns="91400" rIns="182850" bIns="91400" anchor="t" anchorCtr="0">
            <a:noAutofit/>
          </a:bodyPr>
          <a:lstStyle/>
          <a:p>
            <a:r>
              <a:rPr lang="en-US" sz="1800" b="1" dirty="0">
                <a:latin typeface="+mj-lt"/>
                <a:ea typeface="Times New Roman" panose="02020603050405020304" pitchFamily="18" charset="0"/>
              </a:rPr>
              <a:t>Model Test Performance</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The baseline CNN achieved ~64% accuracy, demonstrating the difficulty of training on a small dataset.</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ES(1+1) improved performance significantly due to adaptive mutation rates and stable convergence under the 1/5 rule.</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The second evolutionary algorithm (CMA-ES / GA) explored correlated parameter relationships and improved search efficiency.</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Random Search provided a non-evolutionary baseline for comparison.</a:t>
            </a:r>
          </a:p>
          <a:p>
            <a:pPr marL="342900" lvl="0" indent="-342900">
              <a:buSzPts val="1000"/>
              <a:buFont typeface="Symbol" panose="05050102010706020507" pitchFamily="18" charset="2"/>
              <a:buChar char=""/>
              <a:tabLst>
                <a:tab pos="457200" algn="l"/>
              </a:tabLst>
            </a:pPr>
            <a:r>
              <a:rPr lang="en-US" sz="1600" dirty="0">
                <a:latin typeface="+mj-lt"/>
                <a:ea typeface="Times New Roman" panose="02020603050405020304" pitchFamily="18" charset="0"/>
              </a:rPr>
              <a:t>Hyperband and DEAP (</a:t>
            </a:r>
            <a:r>
              <a:rPr lang="en-US" sz="1600" dirty="0" err="1">
                <a:latin typeface="+mj-lt"/>
                <a:ea typeface="Times New Roman" panose="02020603050405020304" pitchFamily="18" charset="0"/>
              </a:rPr>
              <a:t>μ+λ</a:t>
            </a:r>
            <a:r>
              <a:rPr lang="en-US" sz="1600" dirty="0">
                <a:latin typeface="+mj-lt"/>
                <a:ea typeface="Times New Roman" panose="02020603050405020304" pitchFamily="18" charset="0"/>
              </a:rPr>
              <a:t>)-ES showed competitive performance with deeper exploration.</a:t>
            </a:r>
          </a:p>
        </p:txBody>
      </p:sp>
      <p:pic>
        <p:nvPicPr>
          <p:cNvPr id="54" name="Picture 53">
            <a:extLst>
              <a:ext uri="{FF2B5EF4-FFF2-40B4-BE49-F238E27FC236}">
                <a16:creationId xmlns:a16="http://schemas.microsoft.com/office/drawing/2014/main" id="{6EB17365-057A-4DBE-ADA0-695526049C4A}"/>
              </a:ext>
            </a:extLst>
          </p:cNvPr>
          <p:cNvPicPr>
            <a:picLocks noChangeAspect="1"/>
          </p:cNvPicPr>
          <p:nvPr/>
        </p:nvPicPr>
        <p:blipFill>
          <a:blip r:embed="rId9"/>
          <a:stretch>
            <a:fillRect/>
          </a:stretch>
        </p:blipFill>
        <p:spPr>
          <a:xfrm>
            <a:off x="31340981" y="7987916"/>
            <a:ext cx="8865739" cy="8865739"/>
          </a:xfrm>
          <a:prstGeom prst="rect">
            <a:avLst/>
          </a:prstGeom>
        </p:spPr>
      </p:pic>
      <p:graphicFrame>
        <p:nvGraphicFramePr>
          <p:cNvPr id="3" name="Table 2">
            <a:extLst>
              <a:ext uri="{FF2B5EF4-FFF2-40B4-BE49-F238E27FC236}">
                <a16:creationId xmlns:a16="http://schemas.microsoft.com/office/drawing/2014/main" id="{0A6158D1-72A2-45F6-96C2-8877B79539D5}"/>
              </a:ext>
            </a:extLst>
          </p:cNvPr>
          <p:cNvGraphicFramePr>
            <a:graphicFrameLocks noGrp="1"/>
          </p:cNvGraphicFramePr>
          <p:nvPr>
            <p:extLst>
              <p:ext uri="{D42A27DB-BD31-4B8C-83A1-F6EECF244321}">
                <p14:modId xmlns:p14="http://schemas.microsoft.com/office/powerpoint/2010/main" val="1778936887"/>
              </p:ext>
            </p:extLst>
          </p:nvPr>
        </p:nvGraphicFramePr>
        <p:xfrm>
          <a:off x="29334749" y="19614224"/>
          <a:ext cx="12878202" cy="5482332"/>
        </p:xfrm>
        <a:graphic>
          <a:graphicData uri="http://schemas.openxmlformats.org/drawingml/2006/table">
            <a:tbl>
              <a:tblPr/>
              <a:tblGrid>
                <a:gridCol w="2146367">
                  <a:extLst>
                    <a:ext uri="{9D8B030D-6E8A-4147-A177-3AD203B41FA5}">
                      <a16:colId xmlns:a16="http://schemas.microsoft.com/office/drawing/2014/main" val="3403014372"/>
                    </a:ext>
                  </a:extLst>
                </a:gridCol>
                <a:gridCol w="2146367">
                  <a:extLst>
                    <a:ext uri="{9D8B030D-6E8A-4147-A177-3AD203B41FA5}">
                      <a16:colId xmlns:a16="http://schemas.microsoft.com/office/drawing/2014/main" val="1570873312"/>
                    </a:ext>
                  </a:extLst>
                </a:gridCol>
                <a:gridCol w="2146367">
                  <a:extLst>
                    <a:ext uri="{9D8B030D-6E8A-4147-A177-3AD203B41FA5}">
                      <a16:colId xmlns:a16="http://schemas.microsoft.com/office/drawing/2014/main" val="1712106802"/>
                    </a:ext>
                  </a:extLst>
                </a:gridCol>
                <a:gridCol w="2146367">
                  <a:extLst>
                    <a:ext uri="{9D8B030D-6E8A-4147-A177-3AD203B41FA5}">
                      <a16:colId xmlns:a16="http://schemas.microsoft.com/office/drawing/2014/main" val="3308885273"/>
                    </a:ext>
                  </a:extLst>
                </a:gridCol>
                <a:gridCol w="2146367">
                  <a:extLst>
                    <a:ext uri="{9D8B030D-6E8A-4147-A177-3AD203B41FA5}">
                      <a16:colId xmlns:a16="http://schemas.microsoft.com/office/drawing/2014/main" val="1087826124"/>
                    </a:ext>
                  </a:extLst>
                </a:gridCol>
                <a:gridCol w="2146367">
                  <a:extLst>
                    <a:ext uri="{9D8B030D-6E8A-4147-A177-3AD203B41FA5}">
                      <a16:colId xmlns:a16="http://schemas.microsoft.com/office/drawing/2014/main" val="2329397956"/>
                    </a:ext>
                  </a:extLst>
                </a:gridCol>
              </a:tblGrid>
              <a:tr h="650088">
                <a:tc>
                  <a:txBody>
                    <a:bodyPr/>
                    <a:lstStyle/>
                    <a:p>
                      <a:r>
                        <a:rPr lang="en-US" sz="2000" b="1" dirty="0">
                          <a:latin typeface="+mj-lt"/>
                        </a:rPr>
                        <a:t>Method</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mj-lt"/>
                        </a:rPr>
                        <a:t>Val Acc (%)</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mj-lt"/>
                        </a:rPr>
                        <a:t>Test Acc (%)</a:t>
                      </a:r>
                      <a:endParaRPr lang="en-US" sz="20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l-GR" sz="2000" b="1" dirty="0">
                          <a:latin typeface="+mj-lt"/>
                        </a:rPr>
                        <a:t>Δ </a:t>
                      </a:r>
                      <a:r>
                        <a:rPr lang="en-US" sz="2000" b="1" dirty="0">
                          <a:latin typeface="+mj-lt"/>
                        </a:rPr>
                        <a:t>vs Baseline</a:t>
                      </a:r>
                      <a:endParaRPr lang="en-US" sz="20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mj-lt"/>
                        </a:rPr>
                        <a:t>Macro F1</a:t>
                      </a:r>
                      <a:endParaRPr lang="en-US" sz="20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mj-lt"/>
                        </a:rPr>
                        <a:t>Notes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4886868"/>
                  </a:ext>
                </a:extLst>
              </a:tr>
              <a:tr h="650088">
                <a:tc>
                  <a:txBody>
                    <a:bodyPr/>
                    <a:lstStyle/>
                    <a:p>
                      <a:r>
                        <a:rPr lang="en-US" sz="2000" b="1" dirty="0">
                          <a:latin typeface="+mj-lt"/>
                        </a:rPr>
                        <a:t>Baseline CNN</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dirty="0">
                          <a:latin typeface="+mj-lt"/>
                        </a:rPr>
                        <a:t>72.33</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a:latin typeface="+mj-lt"/>
                        </a:rPr>
                        <a:t>72.47</a:t>
                      </a:r>
                      <a:endParaRPr lang="en-US" sz="200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a:latin typeface="+mj-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a:latin typeface="+mj-lt"/>
                        </a:rPr>
                        <a:t>0.72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latin typeface="+mj-lt"/>
                        </a:rPr>
                        <a:t>Untuned</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53528490"/>
                  </a:ext>
                </a:extLst>
              </a:tr>
              <a:tr h="650088">
                <a:tc>
                  <a:txBody>
                    <a:bodyPr/>
                    <a:lstStyle/>
                    <a:p>
                      <a:r>
                        <a:rPr lang="en-US" sz="2000" b="1" dirty="0">
                          <a:latin typeface="+mj-lt"/>
                        </a:rPr>
                        <a:t>ES(1+1)</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a:latin typeface="+mj-lt"/>
                        </a:rPr>
                        <a:t>75.13</a:t>
                      </a:r>
                      <a:endParaRPr lang="en-US" sz="2000">
                        <a:latin typeface="+mj-lt"/>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a:latin typeface="+mj-lt"/>
                        </a:rPr>
                        <a:t>79.80</a:t>
                      </a:r>
                      <a:endParaRPr lang="en-US" sz="200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a:latin typeface="+mj-lt"/>
                        </a:rPr>
                        <a:t>+7.33%</a:t>
                      </a:r>
                      <a:endParaRPr lang="en-US" sz="200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a:latin typeface="+mj-lt"/>
                        </a:rPr>
                        <a:t>0.80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latin typeface="+mj-lt"/>
                        </a:rPr>
                        <a:t>Best overall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52845097"/>
                  </a:ext>
                </a:extLst>
              </a:tr>
              <a:tr h="650088">
                <a:tc>
                  <a:txBody>
                    <a:bodyPr/>
                    <a:lstStyle/>
                    <a:p>
                      <a:r>
                        <a:rPr lang="en-US" sz="2000" b="1" dirty="0">
                          <a:latin typeface="+mj-lt"/>
                        </a:rPr>
                        <a:t>CMA-ES</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a:latin typeface="+mj-lt"/>
                        </a:rPr>
                        <a:t>77.07</a:t>
                      </a:r>
                      <a:endParaRPr lang="en-US" sz="2000">
                        <a:latin typeface="+mj-lt"/>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a:latin typeface="+mj-lt"/>
                        </a:rPr>
                        <a:t>77.13</a:t>
                      </a:r>
                      <a:endParaRPr lang="en-US" sz="200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a:latin typeface="+mj-lt"/>
                        </a:rPr>
                        <a:t>+4.66%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a:latin typeface="+mj-lt"/>
                        </a:rPr>
                        <a:t>0.77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latin typeface="+mj-lt"/>
                        </a:rPr>
                        <a:t>Good global search</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06516630"/>
                  </a:ext>
                </a:extLst>
              </a:tr>
              <a:tr h="943676">
                <a:tc>
                  <a:txBody>
                    <a:bodyPr/>
                    <a:lstStyle/>
                    <a:p>
                      <a:r>
                        <a:rPr lang="en-US" sz="2000" b="1" dirty="0">
                          <a:latin typeface="+mj-lt"/>
                        </a:rPr>
                        <a:t>Random Search</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dirty="0">
                          <a:latin typeface="+mj-lt"/>
                        </a:rPr>
                        <a:t>77.00</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a:latin typeface="+mj-lt"/>
                        </a:rPr>
                        <a:t>77.93</a:t>
                      </a:r>
                      <a:endParaRPr lang="en-US" sz="200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a:latin typeface="+mj-lt"/>
                        </a:rPr>
                        <a:t>+5.46%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a:latin typeface="+mj-lt"/>
                        </a:rPr>
                        <a:t>0.78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latin typeface="+mj-lt"/>
                        </a:rPr>
                        <a:t>High variance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617549688"/>
                  </a:ext>
                </a:extLst>
              </a:tr>
              <a:tr h="943676">
                <a:tc>
                  <a:txBody>
                    <a:bodyPr/>
                    <a:lstStyle/>
                    <a:p>
                      <a:r>
                        <a:rPr lang="en-US" sz="2000" b="1" dirty="0" err="1">
                          <a:latin typeface="+mj-lt"/>
                        </a:rPr>
                        <a:t>Keras</a:t>
                      </a:r>
                      <a:r>
                        <a:rPr lang="en-US" sz="2000" b="1" dirty="0">
                          <a:latin typeface="+mj-lt"/>
                        </a:rPr>
                        <a:t> Tuner (Hyperband)</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a:latin typeface="+mj-lt"/>
                        </a:rPr>
                        <a:t>77.47</a:t>
                      </a:r>
                      <a:endParaRPr lang="en-US" sz="2000">
                        <a:latin typeface="+mj-lt"/>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b="1">
                          <a:latin typeface="+mj-lt"/>
                        </a:rPr>
                        <a:t>79.27</a:t>
                      </a:r>
                      <a:endParaRPr lang="en-US" sz="200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a:latin typeface="+mj-lt"/>
                        </a:rPr>
                        <a:t>+6.80%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a:latin typeface="+mj-lt"/>
                        </a:rPr>
                        <a:t>0.79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latin typeface="+mj-lt"/>
                        </a:rPr>
                        <a:t>Best structured HPO</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758330197"/>
                  </a:ext>
                </a:extLst>
              </a:tr>
              <a:tr h="943676">
                <a:tc>
                  <a:txBody>
                    <a:bodyPr/>
                    <a:lstStyle/>
                    <a:p>
                      <a:r>
                        <a:rPr lang="en-US" sz="2000" b="1" dirty="0">
                          <a:latin typeface="+mj-lt"/>
                        </a:rPr>
                        <a:t>DEAP (μ=5, λ=10)</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mj-lt"/>
                        </a:rPr>
                        <a:t>77.33</a:t>
                      </a:r>
                      <a:endParaRPr lang="en-US" sz="2000" dirty="0">
                        <a:latin typeface="+mj-lt"/>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mj-lt"/>
                        </a:rPr>
                        <a:t>79.33</a:t>
                      </a:r>
                      <a:endParaRPr lang="en-US" sz="20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mj-lt"/>
                        </a:rPr>
                        <a:t>+6.86%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mj-lt"/>
                        </a:rPr>
                        <a:t>0.79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mj-lt"/>
                        </a:rPr>
                        <a:t>Strong ES method</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1090127"/>
                  </a:ext>
                </a:extLst>
              </a:tr>
            </a:tbl>
          </a:graphicData>
        </a:graphic>
      </p:graphicFrame>
    </p:spTree>
  </p:cSld>
  <p:clrMapOvr>
    <a:masterClrMapping/>
  </p:clrMapOvr>
  <p:transition spd="slow">
    <p:cut/>
  </p:transition>
</p:sld>
</file>

<file path=ppt/theme/theme1.xml><?xml version="1.0" encoding="utf-8"?>
<a:theme xmlns:a="http://schemas.openxmlformats.org/drawingml/2006/mai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1">
          <a:schemeClr val="accent1"/>
        </a:fillRef>
        <a:effectRef idx="1">
          <a:schemeClr val="accent1"/>
        </a:effectRef>
        <a:fontRef idx="minor">
          <a:schemeClr val="lt1"/>
        </a:fontRef>
      </a:style>
    </a:spDef>
    <a:lnDef>
      <a:spPr/>
      <a:bodyPr/>
      <a:lstStyle/>
      <a:style>
        <a:lnRef idx="1">
          <a:schemeClr val="accent1"/>
        </a:lnRef>
        <a:fillRef idx="0">
          <a:schemeClr val="accent1"/>
        </a:fillRef>
        <a:effectRef idx="1">
          <a:schemeClr val="accent1"/>
        </a:effectRef>
        <a:fontRef idx="minor">
          <a:schemeClr val="tx1"/>
        </a:fontRef>
      </a:style>
    </a:lnDef>
    <a:txDef>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1">
          <a:schemeClr val="accent1"/>
        </a:fillRef>
        <a:effectRef idx="1">
          <a:schemeClr val="accent1"/>
        </a:effectRef>
        <a:fontRef idx="minor">
          <a:schemeClr val="lt1"/>
        </a:fontRef>
      </a:style>
    </a:spDef>
    <a:lnDef>
      <a:spPr/>
      <a:bodyPr/>
      <a:lstStyle/>
      <a:style>
        <a:lnRef idx="1">
          <a:schemeClr val="accent1"/>
        </a:lnRef>
        <a:fillRef idx="0">
          <a:schemeClr val="accent1"/>
        </a:fillRef>
        <a:effectRef idx="1">
          <a:schemeClr val="accent1"/>
        </a:effectRef>
        <a:fontRef idx="minor">
          <a:schemeClr val="tx1"/>
        </a:fontRef>
      </a:style>
    </a:lnDef>
    <a:txDef>
      <a:spPr/>
      <a:bodyPr/>
      <a:lstStyle/>
    </a:txDef>
  </a:objectDefaults>
  <a:extraClrSchemeLst/>
</a:theme>
</file>

<file path=docProps/app.xml><?xml version="1.0" encoding="utf-8"?>
<Properties xmlns="http://schemas.openxmlformats.org/officeDocument/2006/extended-properties" xmlns:vt="http://schemas.openxmlformats.org/officeDocument/2006/docPropsVTypes">
  <TotalTime>7429</TotalTime>
  <Words>1056</Words>
  <Application>Microsoft Office PowerPoint</Application>
  <PresentationFormat>Custom</PresentationFormat>
  <Paragraphs>120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Symbol</vt:lpstr>
      <vt:lpstr>Times New Roman</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Cole (Humanities Dept)</dc:creator>
  <cp:lastModifiedBy>harsha vardhan naidu</cp:lastModifiedBy>
  <cp:revision>54</cp:revision>
  <dcterms:modified xsi:type="dcterms:W3CDTF">2025-12-11T15:08:53Z</dcterms:modified>
</cp:coreProperties>
</file>